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2.xml" ContentType="application/vnd.openxmlformats-officedocument.theme+xml"/>
  <Override PartName="/ppt/slideLayouts/slideLayout15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255_85D3A345.xml" ContentType="application/vnd.ms-powerpoint.comments+xml"/>
  <Override PartName="/ppt/comments/modernComment_256_311024EA.xml" ContentType="application/vnd.ms-powerpoint.comments+xml"/>
  <Override PartName="/ppt/comments/modernComment_263_3F55CB5C.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60" r:id="rId4"/>
    <p:sldMasterId id="2147483897" r:id="rId5"/>
    <p:sldMasterId id="2147483999" r:id="rId6"/>
  </p:sldMasterIdLst>
  <p:notesMasterIdLst>
    <p:notesMasterId r:id="rId31"/>
  </p:notesMasterIdLst>
  <p:handoutMasterIdLst>
    <p:handoutMasterId r:id="rId32"/>
  </p:handoutMasterIdLst>
  <p:sldIdLst>
    <p:sldId id="472" r:id="rId7"/>
    <p:sldId id="483" r:id="rId8"/>
    <p:sldId id="591" r:id="rId9"/>
    <p:sldId id="592" r:id="rId10"/>
    <p:sldId id="593" r:id="rId11"/>
    <p:sldId id="602" r:id="rId12"/>
    <p:sldId id="596" r:id="rId13"/>
    <p:sldId id="597" r:id="rId14"/>
    <p:sldId id="603" r:id="rId15"/>
    <p:sldId id="598" r:id="rId16"/>
    <p:sldId id="611" r:id="rId17"/>
    <p:sldId id="604" r:id="rId18"/>
    <p:sldId id="606" r:id="rId19"/>
    <p:sldId id="610" r:id="rId20"/>
    <p:sldId id="607" r:id="rId21"/>
    <p:sldId id="618" r:id="rId22"/>
    <p:sldId id="529" r:id="rId23"/>
    <p:sldId id="594" r:id="rId24"/>
    <p:sldId id="614" r:id="rId25"/>
    <p:sldId id="612" r:id="rId26"/>
    <p:sldId id="613" r:id="rId27"/>
    <p:sldId id="616" r:id="rId28"/>
    <p:sldId id="617" r:id="rId29"/>
    <p:sldId id="595" r:id="rId30"/>
  </p:sldIdLst>
  <p:sldSz cx="12192000" cy="6858000"/>
  <p:notesSz cx="6858000" cy="9144000"/>
  <p:embeddedFontLst>
    <p:embeddedFont>
      <p:font typeface="Arial Black" panose="020B0A04020102020204" pitchFamily="34" charset="0"/>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Template Slides" id="{27F96DF3-6EEE-E241-9DE2-608CE1D57709}">
          <p14:sldIdLst>
            <p14:sldId id="472"/>
            <p14:sldId id="483"/>
            <p14:sldId id="591"/>
            <p14:sldId id="592"/>
            <p14:sldId id="593"/>
            <p14:sldId id="602"/>
            <p14:sldId id="596"/>
            <p14:sldId id="597"/>
            <p14:sldId id="603"/>
            <p14:sldId id="598"/>
            <p14:sldId id="611"/>
            <p14:sldId id="604"/>
            <p14:sldId id="606"/>
            <p14:sldId id="610"/>
            <p14:sldId id="607"/>
            <p14:sldId id="618"/>
            <p14:sldId id="529"/>
            <p14:sldId id="594"/>
            <p14:sldId id="614"/>
            <p14:sldId id="612"/>
            <p14:sldId id="613"/>
            <p14:sldId id="616"/>
            <p14:sldId id="617"/>
            <p14:sldId id="5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8E68A3-0B8E-4C10-FC58-7D63442C1DF3}" name="Emmanuel BOURMAUD" initials="" userId="S::emmanuel.bourmaud@lilly.com::d315deaa-ee2b-41c4-8708-3b40ea3d4f6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251B"/>
    <a:srgbClr val="FDE8E5"/>
    <a:srgbClr val="E4EBF1"/>
    <a:srgbClr val="C6DCD8"/>
    <a:srgbClr val="8A969E"/>
    <a:srgbClr val="FFF0D8"/>
    <a:srgbClr val="FDD1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91ABEF-1B2C-4EFF-835D-DB5EBAE9562B}" v="59" dt="2025-06-02T20:56:55.4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348"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8/10/relationships/authors" Target="authors.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1.fntdata"/><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s>
</file>

<file path=ppt/comments/modernComment_255_85D3A345.xml><?xml version="1.0" encoding="utf-8"?>
<p188:cmLst xmlns:a="http://schemas.openxmlformats.org/drawingml/2006/main" xmlns:r="http://schemas.openxmlformats.org/officeDocument/2006/relationships" xmlns:p188="http://schemas.microsoft.com/office/powerpoint/2018/8/main">
  <p188:cm id="{63B5309B-D47A-44EC-8991-2EB65EA5FF8C}" authorId="{C48E68A3-0B8E-4C10-FC58-7D63442C1DF3}" created="2025-07-04T13:25:30.702">
    <ac:txMkLst xmlns:ac="http://schemas.microsoft.com/office/drawing/2013/main/command">
      <pc:docMk xmlns:pc="http://schemas.microsoft.com/office/powerpoint/2013/main/command"/>
      <pc:sldMk xmlns:pc="http://schemas.microsoft.com/office/powerpoint/2013/main/command" cId="2245239621" sldId="597"/>
      <ac:spMk id="14" creationId="{A7271FBF-242B-22FE-5688-BF862C194DD3}"/>
      <ac:txMk cp="64" len="16">
        <ac:context len="492" hash="3319655598"/>
      </ac:txMk>
    </ac:txMkLst>
    <p188:pos x="2744985" y="667443"/>
    <p188:txBody>
      <a:bodyPr/>
      <a:lstStyle/>
      <a:p>
        <a:r>
          <a:rPr lang="en-US"/>
          <a:t>Risk equations and cohort known</a:t>
        </a:r>
      </a:p>
    </p188:txBody>
  </p188:cm>
</p188:cmLst>
</file>

<file path=ppt/comments/modernComment_256_311024EA.xml><?xml version="1.0" encoding="utf-8"?>
<p188:cmLst xmlns:a="http://schemas.openxmlformats.org/drawingml/2006/main" xmlns:r="http://schemas.openxmlformats.org/officeDocument/2006/relationships" xmlns:p188="http://schemas.microsoft.com/office/powerpoint/2018/8/main">
  <p188:cm id="{DE5EF545-2A87-4127-94CA-E9E535F6CE3B}" authorId="{C48E68A3-0B8E-4C10-FC58-7D63442C1DF3}" created="2025-07-03T14:08:08.557">
    <ac:deMkLst xmlns:ac="http://schemas.microsoft.com/office/drawing/2013/main/command">
      <pc:docMk xmlns:pc="http://schemas.microsoft.com/office/powerpoint/2013/main/command"/>
      <pc:sldMk xmlns:pc="http://schemas.microsoft.com/office/powerpoint/2013/main/command" cId="823141610" sldId="598"/>
      <ac:spMk id="2" creationId="{909971DC-4419-B636-69C9-F9654E47A008}"/>
    </ac:deMkLst>
    <p188:txBody>
      <a:bodyPr/>
      <a:lstStyle/>
      <a:p>
        <a:r>
          <a:rPr lang="en-US"/>
          <a:t>I think the R quarto file you created would be very solid starting point for this case#1, even near final. However we could consider  customizing for the audience, ie statisticians, by including a bit more methodology, as well as a discussion section for which we could use section4 of https://collab.lilly.com/:w:/r/sites/EXTERNALTZP-OVEOIntlCostelloworkstreams/_layouts/15/Doc.aspx?sourcedoc=%7BBE06FAA9-B3DD-4D47-8633-B05B8E200C87%7D&amp;file=Tirzepatide_Obesity_OSA_AHI-BMI_Regression_Analyses_Report_Third_Draft_29May2025_clean.docx&amp;wdLOR=cB01041A7-87EC-44FE-96D9-E782FD9BFCED&amp;fromShare=true&amp;action=default&amp;mobileredirect=true</a:t>
        </a:r>
      </a:p>
    </p188:txBody>
  </p188:cm>
</p188:cmLst>
</file>

<file path=ppt/comments/modernComment_263_3F55CB5C.xml><?xml version="1.0" encoding="utf-8"?>
<p188:cmLst xmlns:a="http://schemas.openxmlformats.org/drawingml/2006/main" xmlns:r="http://schemas.openxmlformats.org/officeDocument/2006/relationships" xmlns:p188="http://schemas.microsoft.com/office/powerpoint/2018/8/main">
  <p188:cm id="{094F94B6-3CF5-4A50-AB30-7ACB2A850E03}" authorId="{C48E68A3-0B8E-4C10-FC58-7D63442C1DF3}" created="2026-01-05T14:54:53.404">
    <ac:deMkLst xmlns:ac="http://schemas.microsoft.com/office/drawing/2013/main/command">
      <pc:docMk xmlns:pc="http://schemas.microsoft.com/office/powerpoint/2013/main/command"/>
      <pc:sldMk xmlns:pc="http://schemas.microsoft.com/office/powerpoint/2013/main/command" cId="1062587228" sldId="611"/>
      <ac:spMk id="6" creationId="{E4C07E6E-66D9-581E-4B0A-BF0B8C09D9F2}"/>
    </ac:deMkLst>
    <p188:txBody>
      <a:bodyPr/>
      <a:lstStyle/>
      <a:p>
        <a:r>
          <a:rPr lang="en-US"/>
          <a:t>unlike proportional odds model that assumes ordered categories</a:t>
        </a:r>
      </a:p>
    </p188:txBody>
  </p188:cm>
  <p188:cm id="{DDD67D2D-875B-4FBE-AF86-FAB799031C9F}" authorId="{C48E68A3-0B8E-4C10-FC58-7D63442C1DF3}" created="2026-01-06T12:40:54.239">
    <ac:txMkLst xmlns:ac="http://schemas.microsoft.com/office/drawing/2013/main/command">
      <pc:docMk xmlns:pc="http://schemas.microsoft.com/office/powerpoint/2013/main/command"/>
      <pc:sldMk xmlns:pc="http://schemas.microsoft.com/office/powerpoint/2013/main/command" cId="1062587228" sldId="611"/>
      <ac:spMk id="6" creationId="{E4C07E6E-66D9-581E-4B0A-BF0B8C09D9F2}"/>
      <ac:txMk cp="74" len="3">
        <ac:context len="1042" hash="3813083855"/>
      </ac:txMk>
    </ac:txMkLst>
    <p188:pos x="2821315" y="756836"/>
    <p188:txBody>
      <a:bodyPr/>
      <a:lstStyle/>
      <a:p>
        <a:r>
          <a:rPr lang="en-US"/>
          <a:t>Given the very limited ability to discriminate between no apnoea and mild AHI, which would lead to unreliable estimates for patients moving between the no apnoea and mild AHI predicted health states, the four-category model was not deemed suitable</a:t>
        </a:r>
      </a:p>
    </p188:txBody>
  </p188:cm>
  <p188:cm id="{AD502437-86EE-4F99-A6CA-1C67235B060B}" authorId="{C48E68A3-0B8E-4C10-FC58-7D63442C1DF3}" created="2026-01-07T13:52:22.566">
    <ac:deMkLst xmlns:ac="http://schemas.microsoft.com/office/drawing/2013/main/command">
      <pc:docMk xmlns:pc="http://schemas.microsoft.com/office/powerpoint/2013/main/command"/>
      <pc:sldMk xmlns:pc="http://schemas.microsoft.com/office/powerpoint/2013/main/command" cId="1062587228" sldId="611"/>
      <ac:spMk id="6" creationId="{E4C07E6E-66D9-581E-4B0A-BF0B8C09D9F2}"/>
    </ac:deMkLst>
    <p188:replyLst>
      <p188:reply id="{D0297713-BCF2-4B00-9ECF-71DF6B90446A}" authorId="{C48E68A3-0B8E-4C10-FC58-7D63442C1DF3}" created="2026-01-16T10:19:03.728">
        <p188:txBody>
          <a:bodyPr/>
          <a:lstStyle/>
          <a:p>
            <a:r>
              <a:rPr lang="en-US"/>
              <a:t>https://www.youtube.com/watch?v=hbdKrRvrEd8</a:t>
            </a:r>
          </a:p>
        </p188:txBody>
      </p188:reply>
    </p188:replyLst>
    <p188:txBody>
      <a:bodyPr/>
      <a:lstStyle/>
      <a:p>
        <a:r>
          <a:rPr lang="en-US"/>
          <a:t>https://www.youtube.com/watch?v=JcCBIPqcwFo</a:t>
        </a:r>
      </a:p>
    </p188:txBody>
  </p188:cm>
  <p188:cm id="{875070E1-FBCD-4D93-9FAD-913C89317947}" authorId="{C48E68A3-0B8E-4C10-FC58-7D63442C1DF3}" created="2026-01-07T15:31:19.509">
    <ac:deMkLst xmlns:ac="http://schemas.microsoft.com/office/drawing/2013/main/command">
      <pc:docMk xmlns:pc="http://schemas.microsoft.com/office/powerpoint/2013/main/command"/>
      <pc:sldMk xmlns:pc="http://schemas.microsoft.com/office/powerpoint/2013/main/command" cId="1062587228" sldId="611"/>
      <ac:spMk id="6" creationId="{E4C07E6E-66D9-581E-4B0A-BF0B8C09D9F2}"/>
    </ac:deMkLst>
    <p188:txBody>
      <a:bodyPr/>
      <a:lstStyle/>
      <a:p>
        <a:r>
          <a:rPr lang="en-US"/>
          <a:t>Where is model that includes study as covariate?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947A7E-4D58-FA33-BAC6-249F2CC721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8CCA2EF-87C3-6570-B428-8D10F02D74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A1144B-1DD7-4F77-BD90-965F0F76814A}" type="datetimeFigureOut">
              <a:rPr lang="en-US" smtClean="0"/>
              <a:t>1/27/2026</a:t>
            </a:fld>
            <a:endParaRPr lang="en-US"/>
          </a:p>
        </p:txBody>
      </p:sp>
      <p:sp>
        <p:nvSpPr>
          <p:cNvPr id="4" name="Footer Placeholder 3">
            <a:extLst>
              <a:ext uri="{FF2B5EF4-FFF2-40B4-BE49-F238E27FC236}">
                <a16:creationId xmlns:a16="http://schemas.microsoft.com/office/drawing/2014/main" id="{64864C5E-A732-38E2-D090-EAAEAC2C58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37A49C4-4B69-7B38-F601-3923366282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2D4415-A79A-4533-B2C0-C6E71C1A0068}" type="slidenum">
              <a:rPr lang="en-US" smtClean="0"/>
              <a:t>‹#›</a:t>
            </a:fld>
            <a:endParaRPr lang="en-US"/>
          </a:p>
        </p:txBody>
      </p:sp>
    </p:spTree>
    <p:extLst>
      <p:ext uri="{BB962C8B-B14F-4D97-AF65-F5344CB8AC3E}">
        <p14:creationId xmlns:p14="http://schemas.microsoft.com/office/powerpoint/2010/main" val="41899328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D61616-3DA3-994F-80EC-32FBB966F9E6}" type="datetimeFigureOut">
              <a:t>1/27/2026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2A6E08-C14D-DD4B-990D-9D6D9753DD03}" type="slidenum">
              <a:t>‹#›</a:t>
            </a:fld>
            <a:endParaRPr lang="en-US"/>
          </a:p>
        </p:txBody>
      </p:sp>
    </p:spTree>
    <p:extLst>
      <p:ext uri="{BB962C8B-B14F-4D97-AF65-F5344CB8AC3E}">
        <p14:creationId xmlns:p14="http://schemas.microsoft.com/office/powerpoint/2010/main" val="3845485471"/>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2pPr>
    <a:lvl3pPr marL="9144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3pPr>
    <a:lvl4pPr marL="13716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4pPr>
    <a:lvl5pPr marL="18288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the </a:t>
            </a:r>
            <a:r>
              <a:rPr lang="en-US" b="1"/>
              <a:t>Insert</a:t>
            </a:r>
            <a:r>
              <a:rPr lang="en-US"/>
              <a:t> tab, select the </a:t>
            </a:r>
            <a:r>
              <a:rPr lang="en-US" b="1"/>
              <a:t>Header &amp; Footer </a:t>
            </a:r>
            <a:r>
              <a:rPr lang="en-US" b="0"/>
              <a:t>button or from the </a:t>
            </a:r>
            <a:r>
              <a:rPr lang="en-US" b="1"/>
              <a:t>Insert</a:t>
            </a:r>
            <a:r>
              <a:rPr lang="en-US" b="0"/>
              <a:t> menu, choose </a:t>
            </a:r>
            <a:r>
              <a:rPr lang="en-US" b="1"/>
              <a:t>Header and Footer… </a:t>
            </a:r>
            <a:r>
              <a:rPr lang="en-US" b="0"/>
              <a:t>to open the </a:t>
            </a:r>
            <a:r>
              <a:rPr lang="en-US"/>
              <a:t>dialog box</a:t>
            </a:r>
          </a:p>
          <a:p>
            <a:r>
              <a:rPr lang="en-US"/>
              <a:t>Check the boxes for </a:t>
            </a:r>
            <a:r>
              <a:rPr lang="en-US" b="1"/>
              <a:t>Slide number </a:t>
            </a:r>
            <a:r>
              <a:rPr lang="en-US"/>
              <a:t>and </a:t>
            </a:r>
            <a:r>
              <a:rPr lang="en-US" b="1"/>
              <a:t>Footer</a:t>
            </a:r>
          </a:p>
          <a:p>
            <a:r>
              <a:rPr lang="en-US"/>
              <a:t>Edit Footer text to include the appropriate confidential classification</a:t>
            </a:r>
          </a:p>
          <a:p>
            <a:r>
              <a:rPr lang="en-US"/>
              <a:t>Click </a:t>
            </a:r>
            <a:r>
              <a:rPr lang="en-US" b="1"/>
              <a:t>Apply to All</a:t>
            </a:r>
          </a:p>
          <a:p>
            <a:r>
              <a:rPr lang="en-US"/>
              <a:t>Note: If the presentations do not need to an information protection policy notice, uncheck the box for </a:t>
            </a:r>
            <a:r>
              <a:rPr lang="en-US" b="1"/>
              <a:t>Footer</a:t>
            </a:r>
            <a:r>
              <a:rPr lang="en-US"/>
              <a:t> and click </a:t>
            </a:r>
            <a:r>
              <a:rPr lang="en-US" b="1"/>
              <a:t>Apply to All</a:t>
            </a:r>
          </a:p>
        </p:txBody>
      </p:sp>
      <p:sp>
        <p:nvSpPr>
          <p:cNvPr id="4" name="Slide Number Placeholder 3"/>
          <p:cNvSpPr>
            <a:spLocks noGrp="1"/>
          </p:cNvSpPr>
          <p:nvPr>
            <p:ph type="sldNum" sz="quarter" idx="5"/>
          </p:nvPr>
        </p:nvSpPr>
        <p:spPr/>
        <p:txBody>
          <a:bodyPr/>
          <a:lstStyle/>
          <a:p>
            <a:fld id="{3F2A6E08-C14D-DD4B-990D-9D6D9753DD03}" type="slidenum">
              <a:t>1</a:t>
            </a:fld>
            <a:endParaRPr lang="en-US"/>
          </a:p>
        </p:txBody>
      </p:sp>
    </p:spTree>
    <p:extLst>
      <p:ext uri="{BB962C8B-B14F-4D97-AF65-F5344CB8AC3E}">
        <p14:creationId xmlns:p14="http://schemas.microsoft.com/office/powerpoint/2010/main" val="140572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16FEE-46D8-507C-C4E9-67B9738B3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2BD3A6-3520-E4E3-71A5-8299E71A801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7D336D3-40DE-EF22-E912-6E578F3BAA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r>
              <a:rPr lang="en-US"/>
              <a:t>Type or insert the agenda items in the placeholder text frame. Add 1.5pt horizontal lines between each item and make sure the lines are evenly distributed vertically.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None/>
              <a:tabLst/>
              <a:defRPr/>
            </a:pPr>
            <a:endParaRPr lang="en-US"/>
          </a:p>
          <a:p>
            <a:pPr marL="0" marR="0" lvl="0" indent="0" algn="l" defTabSz="914400" rtl="0" eaLnBrk="1" fontAlgn="auto" latinLnBrk="0" hangingPunct="1">
              <a:lnSpc>
                <a:spcPct val="100000"/>
              </a:lnSpc>
              <a:spcBef>
                <a:spcPts val="600"/>
              </a:spcBef>
              <a:spcAft>
                <a:spcPts val="0"/>
              </a:spcAft>
              <a:buClrTx/>
              <a:buSzTx/>
              <a:buFontTx/>
              <a:buNone/>
              <a:tabLst/>
              <a:defRPr/>
            </a:pPr>
            <a:r>
              <a:rPr lang="en-US"/>
              <a:t>To replace the picture: (this applies to all slides in this template that contain replaceable</a:t>
            </a:r>
            <a:r>
              <a:rPr lang="en-US" baseline="0"/>
              <a:t> </a:t>
            </a:r>
            <a:r>
              <a:rPr lang="en-US"/>
              <a:t>pictures)</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Right-click or Ctrl-click on this sample picture and select </a:t>
            </a:r>
            <a:r>
              <a:rPr lang="en-US" b="1"/>
              <a:t>Change Picture </a:t>
            </a:r>
            <a:r>
              <a:rPr lang="en-US"/>
              <a:t>with an image from files on your computer, or a screenshot captured to the clipboard.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You can also </a:t>
            </a:r>
            <a:r>
              <a:rPr lang="en-US" b="0"/>
              <a:t>select the sample picture and press </a:t>
            </a:r>
            <a:r>
              <a:rPr lang="en-US" b="1"/>
              <a:t>Delete</a:t>
            </a:r>
            <a:r>
              <a:rPr lang="en-US" b="0"/>
              <a:t>. </a:t>
            </a:r>
            <a:r>
              <a:rPr lang="en-US"/>
              <a:t>Click the icon inside the shape to open the </a:t>
            </a:r>
            <a:r>
              <a:rPr lang="en-US" b="1"/>
              <a:t>Insert Picture </a:t>
            </a:r>
            <a:r>
              <a:rPr lang="en-US"/>
              <a:t>dialog box. Navigate to the location where the picture is stored, select desired picture and click on the Insert button to fit the image proportionally within the shape. </a:t>
            </a:r>
          </a:p>
        </p:txBody>
      </p:sp>
    </p:spTree>
    <p:extLst>
      <p:ext uri="{BB962C8B-B14F-4D97-AF65-F5344CB8AC3E}">
        <p14:creationId xmlns:p14="http://schemas.microsoft.com/office/powerpoint/2010/main" val="514215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01 with Dark Background">
    <p:bg>
      <p:bgPr>
        <a:solidFill>
          <a:schemeClr val="accent1"/>
        </a:solidFill>
        <a:effectLst/>
      </p:bgPr>
    </p:bg>
    <p:spTree>
      <p:nvGrpSpPr>
        <p:cNvPr id="1" name=""/>
        <p:cNvGrpSpPr/>
        <p:nvPr/>
      </p:nvGrpSpPr>
      <p:grpSpPr>
        <a:xfrm>
          <a:off x="0" y="0"/>
          <a:ext cx="0" cy="0"/>
          <a:chOff x="0" y="0"/>
          <a:chExt cx="0" cy="0"/>
        </a:xfrm>
      </p:grpSpPr>
      <p:sp>
        <p:nvSpPr>
          <p:cNvPr id="13" name="Text Placeholder 11">
            <a:extLst>
              <a:ext uri="{FF2B5EF4-FFF2-40B4-BE49-F238E27FC236}">
                <a16:creationId xmlns:a16="http://schemas.microsoft.com/office/drawing/2014/main" id="{8C52379E-98ED-92BA-94F1-0722B2D750F8}"/>
              </a:ext>
            </a:extLst>
          </p:cNvPr>
          <p:cNvSpPr>
            <a:spLocks noGrp="1"/>
          </p:cNvSpPr>
          <p:nvPr>
            <p:ph type="body" sz="quarter" idx="11" hasCustomPrompt="1"/>
          </p:nvPr>
        </p:nvSpPr>
        <p:spPr>
          <a:xfrm>
            <a:off x="593582" y="4127078"/>
            <a:ext cx="5572317" cy="402167"/>
          </a:xfrm>
          <a:prstGeom prst="rect">
            <a:avLst/>
          </a:prstGeom>
        </p:spPr>
        <p:txBody>
          <a:bodyPr lIns="0" tIns="0" rIns="0" bIns="0">
            <a:noAutofit/>
          </a:bodyPr>
          <a:lstStyle>
            <a:lvl1pPr marL="0" indent="0" algn="l">
              <a:lnSpc>
                <a:spcPts val="2667"/>
              </a:lnSpc>
              <a:buFontTx/>
              <a:buNone/>
              <a:defRPr sz="2667" b="0" i="0" cap="all" baseline="0">
                <a:solidFill>
                  <a:schemeClr val="tx1"/>
                </a:solidFill>
                <a:latin typeface="+mn-lt"/>
              </a:defRPr>
            </a:lvl1pPr>
            <a:lvl2pPr marL="795847" indent="0" algn="ctr">
              <a:lnSpc>
                <a:spcPts val="2667"/>
              </a:lnSpc>
              <a:buFontTx/>
              <a:buNone/>
              <a:defRPr sz="2667" b="1" i="0">
                <a:solidFill>
                  <a:schemeClr val="tx1"/>
                </a:solidFill>
                <a:latin typeface="Arial Black" panose="020B0A04020102020204" pitchFamily="34" charset="0"/>
              </a:defRPr>
            </a:lvl2pPr>
            <a:lvl3pPr marL="1405432" indent="0" algn="ctr">
              <a:lnSpc>
                <a:spcPts val="2667"/>
              </a:lnSpc>
              <a:buFontTx/>
              <a:buNone/>
              <a:defRPr sz="2667" b="1" i="0">
                <a:solidFill>
                  <a:schemeClr val="tx1"/>
                </a:solidFill>
                <a:latin typeface="Arial Black" panose="020B0A04020102020204" pitchFamily="34" charset="0"/>
              </a:defRPr>
            </a:lvl3pPr>
            <a:lvl4pPr marL="2015016" indent="0" algn="ctr">
              <a:lnSpc>
                <a:spcPts val="2667"/>
              </a:lnSpc>
              <a:buFontTx/>
              <a:buNone/>
              <a:defRPr sz="2667" b="1" i="0">
                <a:solidFill>
                  <a:schemeClr val="tx1"/>
                </a:solidFill>
                <a:latin typeface="Arial Black" panose="020B0A04020102020204" pitchFamily="34" charset="0"/>
              </a:defRPr>
            </a:lvl4pPr>
            <a:lvl5pPr marL="2624601" indent="0" algn="ctr">
              <a:lnSpc>
                <a:spcPts val="2667"/>
              </a:lnSpc>
              <a:buFontTx/>
              <a:buNone/>
              <a:defRPr sz="2667" b="1" i="0">
                <a:solidFill>
                  <a:schemeClr val="tx1"/>
                </a:solidFill>
                <a:latin typeface="Arial Black" panose="020B0A04020102020204" pitchFamily="34" charset="0"/>
              </a:defRPr>
            </a:lvl5pPr>
          </a:lstStyle>
          <a:p>
            <a:pPr lvl="0"/>
            <a:r>
              <a:rPr lang="en-US"/>
              <a:t>Click to insert date</a:t>
            </a:r>
          </a:p>
        </p:txBody>
      </p:sp>
      <p:sp>
        <p:nvSpPr>
          <p:cNvPr id="5" name="Title 4">
            <a:extLst>
              <a:ext uri="{FF2B5EF4-FFF2-40B4-BE49-F238E27FC236}">
                <a16:creationId xmlns:a16="http://schemas.microsoft.com/office/drawing/2014/main" id="{6BD48296-BE07-8E79-0A75-61231A9CE9C8}"/>
              </a:ext>
            </a:extLst>
          </p:cNvPr>
          <p:cNvSpPr>
            <a:spLocks noGrp="1"/>
          </p:cNvSpPr>
          <p:nvPr>
            <p:ph type="title"/>
          </p:nvPr>
        </p:nvSpPr>
        <p:spPr>
          <a:xfrm>
            <a:off x="573024" y="1877569"/>
            <a:ext cx="10619517" cy="1837183"/>
          </a:xfrm>
        </p:spPr>
        <p:txBody>
          <a:bodyPr wrap="square" lIns="0" tIns="0" rIns="0" bIns="0">
            <a:noAutofit/>
          </a:bodyPr>
          <a:lstStyle>
            <a:lvl1pPr algn="l">
              <a:lnSpc>
                <a:spcPts val="6480"/>
              </a:lnSpc>
              <a:defRPr sz="8000" b="1" i="0" cap="all" baseline="0">
                <a:solidFill>
                  <a:schemeClr val="tx1"/>
                </a:solidFill>
                <a:latin typeface="Arial Black" panose="020B0604020202020204" pitchFamily="34" charset="0"/>
              </a:defRPr>
            </a:lvl1pPr>
          </a:lstStyle>
          <a:p>
            <a:r>
              <a:rPr lang="en-US"/>
              <a:t>Click to edit Master title style</a:t>
            </a:r>
          </a:p>
        </p:txBody>
      </p:sp>
      <p:sp>
        <p:nvSpPr>
          <p:cNvPr id="3" name="Footer Placeholder 2">
            <a:extLst>
              <a:ext uri="{FF2B5EF4-FFF2-40B4-BE49-F238E27FC236}">
                <a16:creationId xmlns:a16="http://schemas.microsoft.com/office/drawing/2014/main" id="{742DE5E3-743C-3C79-855B-1421A3FC403F}"/>
              </a:ext>
            </a:extLst>
          </p:cNvPr>
          <p:cNvSpPr>
            <a:spLocks noGrp="1"/>
          </p:cNvSpPr>
          <p:nvPr>
            <p:ph type="ftr" sz="quarter" idx="12"/>
          </p:nvPr>
        </p:nvSpPr>
        <p:spPr>
          <a:xfrm>
            <a:off x="6035040" y="6217920"/>
            <a:ext cx="5572317" cy="115552"/>
          </a:xfrm>
        </p:spPr>
        <p:txBody>
          <a:bodyPr anchor="t" anchorCtr="0"/>
          <a:lstStyle>
            <a:lvl1pPr algn="r">
              <a:defRPr sz="1067" b="1" i="0">
                <a:latin typeface="Arial Black" panose="020B0604020202020204" pitchFamily="34" charset="0"/>
              </a:defRPr>
            </a:lvl1pPr>
          </a:lstStyle>
          <a:p>
            <a:r>
              <a:rPr lang="en-US"/>
              <a:t>Company Confidential  © 2024 Eli Lilly and Company</a:t>
            </a:r>
          </a:p>
        </p:txBody>
      </p:sp>
      <p:sp>
        <p:nvSpPr>
          <p:cNvPr id="6" name="Slide Number Placeholder 5">
            <a:extLst>
              <a:ext uri="{FF2B5EF4-FFF2-40B4-BE49-F238E27FC236}">
                <a16:creationId xmlns:a16="http://schemas.microsoft.com/office/drawing/2014/main" id="{FFC28A9B-8A03-9509-31AE-FD0FD8D531B3}"/>
              </a:ext>
            </a:extLst>
          </p:cNvPr>
          <p:cNvSpPr>
            <a:spLocks noGrp="1"/>
          </p:cNvSpPr>
          <p:nvPr>
            <p:ph type="sldNum" idx="13"/>
          </p:nvPr>
        </p:nvSpPr>
        <p:spPr>
          <a:xfrm>
            <a:off x="12317360" y="6509572"/>
            <a:ext cx="140865" cy="109728"/>
          </a:xfrm>
        </p:spPr>
        <p:txBody>
          <a:bodyPr/>
          <a:lstStyle>
            <a:lvl1pPr>
              <a:defRPr b="1" i="0">
                <a:latin typeface="Arial Black" panose="020B0604020202020204" pitchFamily="34" charset="0"/>
              </a:defRPr>
            </a:lvl1pPr>
          </a:lstStyle>
          <a:p>
            <a:fld id="{00000000-1234-1234-1234-123412341234}" type="slidenum">
              <a:rPr lang="en" smtClean="0"/>
              <a:pPr/>
              <a:t>‹#›</a:t>
            </a:fld>
            <a:endParaRPr lang="en"/>
          </a:p>
        </p:txBody>
      </p:sp>
      <p:pic>
        <p:nvPicPr>
          <p:cNvPr id="4" name="Graphic 3">
            <a:extLst>
              <a:ext uri="{FF2B5EF4-FFF2-40B4-BE49-F238E27FC236}">
                <a16:creationId xmlns:a16="http://schemas.microsoft.com/office/drawing/2014/main" id="{2F5B57B7-9306-7774-CF39-85FA919DEC8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97408" y="5949697"/>
            <a:ext cx="1027460" cy="561113"/>
          </a:xfrm>
          <a:prstGeom prst="rect">
            <a:avLst/>
          </a:prstGeom>
        </p:spPr>
      </p:pic>
    </p:spTree>
    <p:extLst>
      <p:ext uri="{BB962C8B-B14F-4D97-AF65-F5344CB8AC3E}">
        <p14:creationId xmlns:p14="http://schemas.microsoft.com/office/powerpoint/2010/main" val="397707710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01 with Light Background">
    <p:bg>
      <p:bgPr>
        <a:solidFill>
          <a:schemeClr val="bg1"/>
        </a:solidFill>
        <a:effectLst/>
      </p:bgPr>
    </p:bg>
    <p:spTree>
      <p:nvGrpSpPr>
        <p:cNvPr id="1" name=""/>
        <p:cNvGrpSpPr/>
        <p:nvPr/>
      </p:nvGrpSpPr>
      <p:grpSpPr>
        <a:xfrm>
          <a:off x="0" y="0"/>
          <a:ext cx="0" cy="0"/>
          <a:chOff x="0" y="0"/>
          <a:chExt cx="0" cy="0"/>
        </a:xfrm>
      </p:grpSpPr>
      <p:sp>
        <p:nvSpPr>
          <p:cNvPr id="13" name="Text Placeholder 11">
            <a:extLst>
              <a:ext uri="{FF2B5EF4-FFF2-40B4-BE49-F238E27FC236}">
                <a16:creationId xmlns:a16="http://schemas.microsoft.com/office/drawing/2014/main" id="{8C52379E-98ED-92BA-94F1-0722B2D750F8}"/>
              </a:ext>
            </a:extLst>
          </p:cNvPr>
          <p:cNvSpPr>
            <a:spLocks noGrp="1"/>
          </p:cNvSpPr>
          <p:nvPr>
            <p:ph type="body" sz="quarter" idx="11" hasCustomPrompt="1"/>
          </p:nvPr>
        </p:nvSpPr>
        <p:spPr>
          <a:xfrm>
            <a:off x="593582" y="4127078"/>
            <a:ext cx="5572317" cy="402167"/>
          </a:xfrm>
          <a:prstGeom prst="rect">
            <a:avLst/>
          </a:prstGeom>
        </p:spPr>
        <p:txBody>
          <a:bodyPr lIns="0" tIns="0" rIns="0" bIns="0">
            <a:noAutofit/>
          </a:bodyPr>
          <a:lstStyle>
            <a:lvl1pPr marL="0" indent="0" algn="l">
              <a:lnSpc>
                <a:spcPts val="2667"/>
              </a:lnSpc>
              <a:buFontTx/>
              <a:buNone/>
              <a:defRPr sz="2667" b="0" i="0" cap="all" baseline="0">
                <a:solidFill>
                  <a:schemeClr val="tx1"/>
                </a:solidFill>
                <a:latin typeface="Arial" panose="020B0604020202020204" pitchFamily="34" charset="0"/>
              </a:defRPr>
            </a:lvl1pPr>
            <a:lvl2pPr marL="795847" indent="0" algn="ctr">
              <a:lnSpc>
                <a:spcPts val="2667"/>
              </a:lnSpc>
              <a:buFontTx/>
              <a:buNone/>
              <a:defRPr sz="2667" b="1" i="0">
                <a:solidFill>
                  <a:schemeClr val="tx1"/>
                </a:solidFill>
                <a:latin typeface="Arial Black" panose="020B0A04020102020204" pitchFamily="34" charset="0"/>
              </a:defRPr>
            </a:lvl2pPr>
            <a:lvl3pPr marL="1405432" indent="0" algn="ctr">
              <a:lnSpc>
                <a:spcPts val="2667"/>
              </a:lnSpc>
              <a:buFontTx/>
              <a:buNone/>
              <a:defRPr sz="2667" b="1" i="0">
                <a:solidFill>
                  <a:schemeClr val="tx1"/>
                </a:solidFill>
                <a:latin typeface="Arial Black" panose="020B0A04020102020204" pitchFamily="34" charset="0"/>
              </a:defRPr>
            </a:lvl3pPr>
            <a:lvl4pPr marL="2015016" indent="0" algn="ctr">
              <a:lnSpc>
                <a:spcPts val="2667"/>
              </a:lnSpc>
              <a:buFontTx/>
              <a:buNone/>
              <a:defRPr sz="2667" b="1" i="0">
                <a:solidFill>
                  <a:schemeClr val="tx1"/>
                </a:solidFill>
                <a:latin typeface="Arial Black" panose="020B0A04020102020204" pitchFamily="34" charset="0"/>
              </a:defRPr>
            </a:lvl4pPr>
            <a:lvl5pPr marL="2624601" indent="0" algn="ctr">
              <a:lnSpc>
                <a:spcPts val="2667"/>
              </a:lnSpc>
              <a:buFontTx/>
              <a:buNone/>
              <a:defRPr sz="2667" b="1" i="0">
                <a:solidFill>
                  <a:schemeClr val="tx1"/>
                </a:solidFill>
                <a:latin typeface="Arial Black" panose="020B0A04020102020204" pitchFamily="34" charset="0"/>
              </a:defRPr>
            </a:lvl5pPr>
          </a:lstStyle>
          <a:p>
            <a:pPr lvl="0"/>
            <a:r>
              <a:rPr lang="en-US"/>
              <a:t>Click to insert date</a:t>
            </a:r>
          </a:p>
        </p:txBody>
      </p:sp>
      <p:sp>
        <p:nvSpPr>
          <p:cNvPr id="5" name="Title 4">
            <a:extLst>
              <a:ext uri="{FF2B5EF4-FFF2-40B4-BE49-F238E27FC236}">
                <a16:creationId xmlns:a16="http://schemas.microsoft.com/office/drawing/2014/main" id="{6BD48296-BE07-8E79-0A75-61231A9CE9C8}"/>
              </a:ext>
            </a:extLst>
          </p:cNvPr>
          <p:cNvSpPr>
            <a:spLocks noGrp="1"/>
          </p:cNvSpPr>
          <p:nvPr>
            <p:ph type="title"/>
          </p:nvPr>
        </p:nvSpPr>
        <p:spPr>
          <a:xfrm>
            <a:off x="573024" y="1877569"/>
            <a:ext cx="10619517" cy="1837183"/>
          </a:xfrm>
        </p:spPr>
        <p:txBody>
          <a:bodyPr wrap="square" lIns="0" tIns="0" rIns="0" bIns="0">
            <a:noAutofit/>
          </a:bodyPr>
          <a:lstStyle>
            <a:lvl1pPr algn="l">
              <a:lnSpc>
                <a:spcPts val="6480"/>
              </a:lnSpc>
              <a:defRPr sz="8000" b="1" i="0" cap="all" baseline="0">
                <a:solidFill>
                  <a:schemeClr val="tx1"/>
                </a:solidFill>
                <a:latin typeface="Arial Black" panose="020B0604020202020204" pitchFamily="34" charset="0"/>
              </a:defRPr>
            </a:lvl1pPr>
          </a:lstStyle>
          <a:p>
            <a:r>
              <a:rPr lang="en-US"/>
              <a:t>Click to edit Master title style</a:t>
            </a:r>
          </a:p>
        </p:txBody>
      </p:sp>
      <p:sp>
        <p:nvSpPr>
          <p:cNvPr id="3" name="Footer Placeholder 2">
            <a:extLst>
              <a:ext uri="{FF2B5EF4-FFF2-40B4-BE49-F238E27FC236}">
                <a16:creationId xmlns:a16="http://schemas.microsoft.com/office/drawing/2014/main" id="{742DE5E3-743C-3C79-855B-1421A3FC403F}"/>
              </a:ext>
            </a:extLst>
          </p:cNvPr>
          <p:cNvSpPr>
            <a:spLocks noGrp="1"/>
          </p:cNvSpPr>
          <p:nvPr>
            <p:ph type="ftr" sz="quarter" idx="12"/>
          </p:nvPr>
        </p:nvSpPr>
        <p:spPr>
          <a:xfrm>
            <a:off x="6035040" y="6217920"/>
            <a:ext cx="5572317" cy="115552"/>
          </a:xfrm>
        </p:spPr>
        <p:txBody>
          <a:bodyPr anchor="t" anchorCtr="0"/>
          <a:lstStyle>
            <a:lvl1pPr algn="r">
              <a:defRPr sz="1067" b="1" i="0">
                <a:latin typeface="Arial Black" panose="020B0604020202020204" pitchFamily="34" charset="0"/>
              </a:defRPr>
            </a:lvl1pPr>
          </a:lstStyle>
          <a:p>
            <a:r>
              <a:rPr lang="en-US"/>
              <a:t>Company Confidential  © 2024 Eli Lilly and Company</a:t>
            </a:r>
          </a:p>
        </p:txBody>
      </p:sp>
      <p:sp>
        <p:nvSpPr>
          <p:cNvPr id="6" name="Slide Number Placeholder 5">
            <a:extLst>
              <a:ext uri="{FF2B5EF4-FFF2-40B4-BE49-F238E27FC236}">
                <a16:creationId xmlns:a16="http://schemas.microsoft.com/office/drawing/2014/main" id="{FFC28A9B-8A03-9509-31AE-FD0FD8D531B3}"/>
              </a:ext>
            </a:extLst>
          </p:cNvPr>
          <p:cNvSpPr>
            <a:spLocks noGrp="1"/>
          </p:cNvSpPr>
          <p:nvPr>
            <p:ph type="sldNum" idx="13"/>
          </p:nvPr>
        </p:nvSpPr>
        <p:spPr>
          <a:xfrm>
            <a:off x="12317360" y="6509572"/>
            <a:ext cx="140865" cy="109728"/>
          </a:xfrm>
        </p:spPr>
        <p:txBody>
          <a:bodyPr/>
          <a:lstStyle/>
          <a:p>
            <a:fld id="{00000000-1234-1234-1234-123412341234}" type="slidenum">
              <a:rPr lang="en" smtClean="0"/>
              <a:pPr/>
              <a:t>‹#›</a:t>
            </a:fld>
            <a:endParaRPr lang="en"/>
          </a:p>
        </p:txBody>
      </p:sp>
      <p:pic>
        <p:nvPicPr>
          <p:cNvPr id="4" name="Graphic 3" descr="Lilly Logo">
            <a:extLst>
              <a:ext uri="{FF2B5EF4-FFF2-40B4-BE49-F238E27FC236}">
                <a16:creationId xmlns:a16="http://schemas.microsoft.com/office/drawing/2014/main" id="{2F5B57B7-9306-7774-CF39-85FA919DEC8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97408" y="5949697"/>
            <a:ext cx="1027460" cy="561113"/>
          </a:xfrm>
          <a:prstGeom prst="rect">
            <a:avLst/>
          </a:prstGeom>
        </p:spPr>
      </p:pic>
    </p:spTree>
    <p:extLst>
      <p:ext uri="{BB962C8B-B14F-4D97-AF65-F5344CB8AC3E}">
        <p14:creationId xmlns:p14="http://schemas.microsoft.com/office/powerpoint/2010/main" val="125215847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01 with Light Background">
    <p:bg>
      <p:bgPr>
        <a:solidFill>
          <a:schemeClr val="bg1"/>
        </a:solidFill>
        <a:effectLst/>
      </p:bgPr>
    </p:bg>
    <p:spTree>
      <p:nvGrpSpPr>
        <p:cNvPr id="1" name=""/>
        <p:cNvGrpSpPr/>
        <p:nvPr/>
      </p:nvGrpSpPr>
      <p:grpSpPr>
        <a:xfrm>
          <a:off x="0" y="0"/>
          <a:ext cx="0" cy="0"/>
          <a:chOff x="0" y="0"/>
          <a:chExt cx="0" cy="0"/>
        </a:xfrm>
      </p:grpSpPr>
      <p:sp>
        <p:nvSpPr>
          <p:cNvPr id="13" name="Text Placeholder 11">
            <a:extLst>
              <a:ext uri="{FF2B5EF4-FFF2-40B4-BE49-F238E27FC236}">
                <a16:creationId xmlns:a16="http://schemas.microsoft.com/office/drawing/2014/main" id="{8C52379E-98ED-92BA-94F1-0722B2D750F8}"/>
              </a:ext>
            </a:extLst>
          </p:cNvPr>
          <p:cNvSpPr>
            <a:spLocks noGrp="1"/>
          </p:cNvSpPr>
          <p:nvPr>
            <p:ph type="body" sz="quarter" idx="11" hasCustomPrompt="1"/>
          </p:nvPr>
        </p:nvSpPr>
        <p:spPr>
          <a:xfrm>
            <a:off x="593582" y="4127078"/>
            <a:ext cx="5572317" cy="402167"/>
          </a:xfrm>
          <a:prstGeom prst="rect">
            <a:avLst/>
          </a:prstGeom>
        </p:spPr>
        <p:txBody>
          <a:bodyPr lIns="0" tIns="0" rIns="0" bIns="0">
            <a:noAutofit/>
          </a:bodyPr>
          <a:lstStyle>
            <a:lvl1pPr marL="0" indent="0" algn="l">
              <a:lnSpc>
                <a:spcPts val="2667"/>
              </a:lnSpc>
              <a:buFontTx/>
              <a:buNone/>
              <a:defRPr sz="2667" b="0" i="0" cap="all" baseline="0">
                <a:solidFill>
                  <a:schemeClr val="tx1"/>
                </a:solidFill>
                <a:latin typeface="Arial" panose="020B0604020202020204" pitchFamily="34" charset="0"/>
              </a:defRPr>
            </a:lvl1pPr>
            <a:lvl2pPr marL="795847" indent="0" algn="ctr">
              <a:lnSpc>
                <a:spcPts val="2667"/>
              </a:lnSpc>
              <a:buFontTx/>
              <a:buNone/>
              <a:defRPr sz="2667" b="1" i="0">
                <a:solidFill>
                  <a:schemeClr val="tx1"/>
                </a:solidFill>
                <a:latin typeface="Arial Black" panose="020B0A04020102020204" pitchFamily="34" charset="0"/>
              </a:defRPr>
            </a:lvl2pPr>
            <a:lvl3pPr marL="1405432" indent="0" algn="ctr">
              <a:lnSpc>
                <a:spcPts val="2667"/>
              </a:lnSpc>
              <a:buFontTx/>
              <a:buNone/>
              <a:defRPr sz="2667" b="1" i="0">
                <a:solidFill>
                  <a:schemeClr val="tx1"/>
                </a:solidFill>
                <a:latin typeface="Arial Black" panose="020B0A04020102020204" pitchFamily="34" charset="0"/>
              </a:defRPr>
            </a:lvl3pPr>
            <a:lvl4pPr marL="2015016" indent="0" algn="ctr">
              <a:lnSpc>
                <a:spcPts val="2667"/>
              </a:lnSpc>
              <a:buFontTx/>
              <a:buNone/>
              <a:defRPr sz="2667" b="1" i="0">
                <a:solidFill>
                  <a:schemeClr val="tx1"/>
                </a:solidFill>
                <a:latin typeface="Arial Black" panose="020B0A04020102020204" pitchFamily="34" charset="0"/>
              </a:defRPr>
            </a:lvl4pPr>
            <a:lvl5pPr marL="2624601" indent="0" algn="ctr">
              <a:lnSpc>
                <a:spcPts val="2667"/>
              </a:lnSpc>
              <a:buFontTx/>
              <a:buNone/>
              <a:defRPr sz="2667" b="1" i="0">
                <a:solidFill>
                  <a:schemeClr val="tx1"/>
                </a:solidFill>
                <a:latin typeface="Arial Black" panose="020B0A04020102020204" pitchFamily="34" charset="0"/>
              </a:defRPr>
            </a:lvl5pPr>
          </a:lstStyle>
          <a:p>
            <a:pPr lvl="0"/>
            <a:r>
              <a:rPr lang="en-US"/>
              <a:t>Click to insert date</a:t>
            </a:r>
          </a:p>
        </p:txBody>
      </p:sp>
      <p:sp>
        <p:nvSpPr>
          <p:cNvPr id="5" name="Title 4">
            <a:extLst>
              <a:ext uri="{FF2B5EF4-FFF2-40B4-BE49-F238E27FC236}">
                <a16:creationId xmlns:a16="http://schemas.microsoft.com/office/drawing/2014/main" id="{6BD48296-BE07-8E79-0A75-61231A9CE9C8}"/>
              </a:ext>
            </a:extLst>
          </p:cNvPr>
          <p:cNvSpPr>
            <a:spLocks noGrp="1"/>
          </p:cNvSpPr>
          <p:nvPr>
            <p:ph type="title"/>
          </p:nvPr>
        </p:nvSpPr>
        <p:spPr>
          <a:xfrm>
            <a:off x="573024" y="1877569"/>
            <a:ext cx="10619517" cy="1837183"/>
          </a:xfrm>
        </p:spPr>
        <p:txBody>
          <a:bodyPr wrap="square" lIns="0" tIns="0" rIns="0" bIns="0">
            <a:noAutofit/>
          </a:bodyPr>
          <a:lstStyle>
            <a:lvl1pPr algn="l">
              <a:lnSpc>
                <a:spcPts val="6480"/>
              </a:lnSpc>
              <a:defRPr sz="8000" b="1" i="0" cap="all" baseline="0">
                <a:solidFill>
                  <a:schemeClr val="tx1"/>
                </a:solidFill>
                <a:latin typeface="Arial Black" panose="020B0604020202020204" pitchFamily="34" charset="0"/>
              </a:defRPr>
            </a:lvl1pPr>
          </a:lstStyle>
          <a:p>
            <a:r>
              <a:rPr lang="en-US"/>
              <a:t>Click to edit Master title style</a:t>
            </a:r>
          </a:p>
        </p:txBody>
      </p:sp>
      <p:sp>
        <p:nvSpPr>
          <p:cNvPr id="3" name="Footer Placeholder 2">
            <a:extLst>
              <a:ext uri="{FF2B5EF4-FFF2-40B4-BE49-F238E27FC236}">
                <a16:creationId xmlns:a16="http://schemas.microsoft.com/office/drawing/2014/main" id="{742DE5E3-743C-3C79-855B-1421A3FC403F}"/>
              </a:ext>
            </a:extLst>
          </p:cNvPr>
          <p:cNvSpPr>
            <a:spLocks noGrp="1"/>
          </p:cNvSpPr>
          <p:nvPr>
            <p:ph type="ftr" sz="quarter" idx="12"/>
          </p:nvPr>
        </p:nvSpPr>
        <p:spPr>
          <a:xfrm>
            <a:off x="6035040" y="6217920"/>
            <a:ext cx="5572317" cy="115552"/>
          </a:xfrm>
        </p:spPr>
        <p:txBody>
          <a:bodyPr anchor="t" anchorCtr="0"/>
          <a:lstStyle>
            <a:lvl1pPr algn="r">
              <a:defRPr sz="1067" b="1" i="0">
                <a:latin typeface="Arial Black" panose="020B0604020202020204" pitchFamily="34" charset="0"/>
              </a:defRPr>
            </a:lvl1pPr>
          </a:lstStyle>
          <a:p>
            <a:r>
              <a:rPr lang="en-US"/>
              <a:t>Company Confidential  © 2024 Eli Lilly and Company</a:t>
            </a:r>
          </a:p>
        </p:txBody>
      </p:sp>
      <p:sp>
        <p:nvSpPr>
          <p:cNvPr id="6" name="Slide Number Placeholder 5">
            <a:extLst>
              <a:ext uri="{FF2B5EF4-FFF2-40B4-BE49-F238E27FC236}">
                <a16:creationId xmlns:a16="http://schemas.microsoft.com/office/drawing/2014/main" id="{FFC28A9B-8A03-9509-31AE-FD0FD8D531B3}"/>
              </a:ext>
            </a:extLst>
          </p:cNvPr>
          <p:cNvSpPr>
            <a:spLocks noGrp="1"/>
          </p:cNvSpPr>
          <p:nvPr>
            <p:ph type="sldNum" idx="13"/>
          </p:nvPr>
        </p:nvSpPr>
        <p:spPr>
          <a:xfrm>
            <a:off x="12317360" y="6509572"/>
            <a:ext cx="140865" cy="109728"/>
          </a:xfrm>
        </p:spPr>
        <p:txBody>
          <a:bodyPr/>
          <a:lstStyle/>
          <a:p>
            <a:fld id="{00000000-1234-1234-1234-123412341234}" type="slidenum">
              <a:rPr lang="en" smtClean="0"/>
              <a:pPr/>
              <a:t>‹#›</a:t>
            </a:fld>
            <a:endParaRPr lang="en"/>
          </a:p>
        </p:txBody>
      </p:sp>
      <p:sp>
        <p:nvSpPr>
          <p:cNvPr id="2" name="Neutral rose" descr="Rectangle base to backdrop logo and monogram assets">
            <a:extLst>
              <a:ext uri="{FF2B5EF4-FFF2-40B4-BE49-F238E27FC236}">
                <a16:creationId xmlns:a16="http://schemas.microsoft.com/office/drawing/2014/main" id="{73BE5D9F-2821-F71F-6EEE-B31FAF804FF9}"/>
              </a:ext>
            </a:extLst>
          </p:cNvPr>
          <p:cNvSpPr/>
          <p:nvPr userDrawn="1"/>
        </p:nvSpPr>
        <p:spPr>
          <a:xfrm>
            <a:off x="5486400" y="0"/>
            <a:ext cx="1219200" cy="1031844"/>
          </a:xfrm>
          <a:prstGeom prst="rect">
            <a:avLst/>
          </a:prstGeom>
          <a:solidFill>
            <a:srgbClr val="FDE8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latin typeface="Arial" panose="020B0604020202020204" pitchFamily="34" charset="0"/>
            </a:endParaRPr>
          </a:p>
        </p:txBody>
      </p:sp>
      <p:pic>
        <p:nvPicPr>
          <p:cNvPr id="8" name="Graphic 7" descr="Lilly Monogram">
            <a:extLst>
              <a:ext uri="{FF2B5EF4-FFF2-40B4-BE49-F238E27FC236}">
                <a16:creationId xmlns:a16="http://schemas.microsoft.com/office/drawing/2014/main" id="{844C9DA7-79EA-C7F4-8CD5-50034E20B1D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785104" y="219728"/>
            <a:ext cx="621791" cy="474714"/>
          </a:xfrm>
          <a:prstGeom prst="rect">
            <a:avLst/>
          </a:prstGeom>
        </p:spPr>
      </p:pic>
    </p:spTree>
    <p:extLst>
      <p:ext uri="{BB962C8B-B14F-4D97-AF65-F5344CB8AC3E}">
        <p14:creationId xmlns:p14="http://schemas.microsoft.com/office/powerpoint/2010/main" val="427505681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02 with Dark Background">
    <p:bg>
      <p:bgPr>
        <a:solidFill>
          <a:schemeClr val="accent1"/>
        </a:solidFill>
        <a:effectLst/>
      </p:bgPr>
    </p:bg>
    <p:spTree>
      <p:nvGrpSpPr>
        <p:cNvPr id="1" name=""/>
        <p:cNvGrpSpPr/>
        <p:nvPr/>
      </p:nvGrpSpPr>
      <p:grpSpPr>
        <a:xfrm>
          <a:off x="0" y="0"/>
          <a:ext cx="0" cy="0"/>
          <a:chOff x="0" y="0"/>
          <a:chExt cx="0" cy="0"/>
        </a:xfrm>
      </p:grpSpPr>
      <p:sp>
        <p:nvSpPr>
          <p:cNvPr id="13" name="Text Placeholder 11">
            <a:extLst>
              <a:ext uri="{FF2B5EF4-FFF2-40B4-BE49-F238E27FC236}">
                <a16:creationId xmlns:a16="http://schemas.microsoft.com/office/drawing/2014/main" id="{8C52379E-98ED-92BA-94F1-0722B2D750F8}"/>
              </a:ext>
            </a:extLst>
          </p:cNvPr>
          <p:cNvSpPr>
            <a:spLocks noGrp="1"/>
          </p:cNvSpPr>
          <p:nvPr>
            <p:ph type="body" sz="quarter" idx="11"/>
          </p:nvPr>
        </p:nvSpPr>
        <p:spPr>
          <a:xfrm>
            <a:off x="3310040" y="5608321"/>
            <a:ext cx="5572317" cy="402167"/>
          </a:xfrm>
          <a:prstGeom prst="rect">
            <a:avLst/>
          </a:prstGeom>
        </p:spPr>
        <p:txBody>
          <a:bodyPr lIns="0" tIns="0" rIns="0" bIns="0">
            <a:noAutofit/>
          </a:bodyPr>
          <a:lstStyle>
            <a:lvl1pPr marL="0" indent="0" algn="ctr">
              <a:lnSpc>
                <a:spcPts val="1600"/>
              </a:lnSpc>
              <a:buFontTx/>
              <a:buNone/>
              <a:defRPr sz="1600" b="1" i="0">
                <a:solidFill>
                  <a:schemeClr val="tx1"/>
                </a:solidFill>
                <a:latin typeface="Arial Black" panose="020B0604020202020204" pitchFamily="34" charset="0"/>
              </a:defRPr>
            </a:lvl1pPr>
            <a:lvl2pPr marL="795847" indent="0" algn="ctr">
              <a:lnSpc>
                <a:spcPts val="2667"/>
              </a:lnSpc>
              <a:buFontTx/>
              <a:buNone/>
              <a:defRPr sz="2667" b="1" i="0">
                <a:solidFill>
                  <a:schemeClr val="tx1"/>
                </a:solidFill>
                <a:latin typeface="Arial Black" panose="020B0A04020102020204" pitchFamily="34" charset="0"/>
              </a:defRPr>
            </a:lvl2pPr>
            <a:lvl3pPr marL="1405432" indent="0" algn="ctr">
              <a:lnSpc>
                <a:spcPts val="2667"/>
              </a:lnSpc>
              <a:buFontTx/>
              <a:buNone/>
              <a:defRPr sz="2667" b="1" i="0">
                <a:solidFill>
                  <a:schemeClr val="tx1"/>
                </a:solidFill>
                <a:latin typeface="Arial Black" panose="020B0A04020102020204" pitchFamily="34" charset="0"/>
              </a:defRPr>
            </a:lvl3pPr>
            <a:lvl4pPr marL="2015016" indent="0" algn="ctr">
              <a:lnSpc>
                <a:spcPts val="2667"/>
              </a:lnSpc>
              <a:buFontTx/>
              <a:buNone/>
              <a:defRPr sz="2667" b="1" i="0">
                <a:solidFill>
                  <a:schemeClr val="tx1"/>
                </a:solidFill>
                <a:latin typeface="Arial Black" panose="020B0A04020102020204" pitchFamily="34" charset="0"/>
              </a:defRPr>
            </a:lvl4pPr>
            <a:lvl5pPr marL="2624601" indent="0" algn="ctr">
              <a:lnSpc>
                <a:spcPts val="2667"/>
              </a:lnSpc>
              <a:buFontTx/>
              <a:buNone/>
              <a:defRPr sz="2667" b="1" i="0">
                <a:solidFill>
                  <a:schemeClr val="tx1"/>
                </a:solidFill>
                <a:latin typeface="Arial Black" panose="020B0A04020102020204" pitchFamily="34" charset="0"/>
              </a:defRPr>
            </a:lvl5pPr>
          </a:lstStyle>
          <a:p>
            <a:pPr lvl="0"/>
            <a:r>
              <a:rPr lang="en-US"/>
              <a:t>Click to edit Master text styles</a:t>
            </a:r>
          </a:p>
        </p:txBody>
      </p:sp>
      <p:sp>
        <p:nvSpPr>
          <p:cNvPr id="5" name="Title 4">
            <a:extLst>
              <a:ext uri="{FF2B5EF4-FFF2-40B4-BE49-F238E27FC236}">
                <a16:creationId xmlns:a16="http://schemas.microsoft.com/office/drawing/2014/main" id="{6BD48296-BE07-8E79-0A75-61231A9CE9C8}"/>
              </a:ext>
            </a:extLst>
          </p:cNvPr>
          <p:cNvSpPr>
            <a:spLocks noGrp="1"/>
          </p:cNvSpPr>
          <p:nvPr>
            <p:ph type="title"/>
          </p:nvPr>
        </p:nvSpPr>
        <p:spPr>
          <a:xfrm>
            <a:off x="541572" y="2548129"/>
            <a:ext cx="11109253" cy="1837183"/>
          </a:xfrm>
        </p:spPr>
        <p:txBody>
          <a:bodyPr wrap="square" lIns="0" tIns="0" rIns="0" bIns="0">
            <a:noAutofit/>
          </a:bodyPr>
          <a:lstStyle>
            <a:lvl1pPr algn="ctr">
              <a:lnSpc>
                <a:spcPts val="6480"/>
              </a:lnSpc>
              <a:defRPr sz="7200" b="1" i="0">
                <a:solidFill>
                  <a:schemeClr val="tx1"/>
                </a:solidFill>
                <a:latin typeface="Arial Black" panose="020B0604020202020204" pitchFamily="34" charset="0"/>
              </a:defRPr>
            </a:lvl1pPr>
          </a:lstStyle>
          <a:p>
            <a:r>
              <a:rPr lang="en-US"/>
              <a:t>Click to edit Master title style</a:t>
            </a:r>
          </a:p>
        </p:txBody>
      </p:sp>
      <p:sp>
        <p:nvSpPr>
          <p:cNvPr id="3" name="Footer Placeholder 2">
            <a:extLst>
              <a:ext uri="{FF2B5EF4-FFF2-40B4-BE49-F238E27FC236}">
                <a16:creationId xmlns:a16="http://schemas.microsoft.com/office/drawing/2014/main" id="{742DE5E3-743C-3C79-855B-1421A3FC403F}"/>
              </a:ext>
            </a:extLst>
          </p:cNvPr>
          <p:cNvSpPr>
            <a:spLocks noGrp="1"/>
          </p:cNvSpPr>
          <p:nvPr>
            <p:ph type="ftr" sz="quarter" idx="12"/>
          </p:nvPr>
        </p:nvSpPr>
        <p:spPr>
          <a:xfrm>
            <a:off x="3562529" y="6237863"/>
            <a:ext cx="5067339" cy="115552"/>
          </a:xfrm>
        </p:spPr>
        <p:txBody>
          <a:bodyPr/>
          <a:lstStyle>
            <a:lvl1pPr algn="ctr">
              <a:defRPr sz="1067" b="1" i="0">
                <a:latin typeface="Arial Black" panose="020B0604020202020204" pitchFamily="34" charset="0"/>
              </a:defRPr>
            </a:lvl1pPr>
          </a:lstStyle>
          <a:p>
            <a:r>
              <a:rPr lang="en-US"/>
              <a:t>Company Confidential  © 2024 Eli Lilly and Company</a:t>
            </a:r>
          </a:p>
        </p:txBody>
      </p:sp>
      <p:sp>
        <p:nvSpPr>
          <p:cNvPr id="6" name="Slide Number Placeholder 5">
            <a:extLst>
              <a:ext uri="{FF2B5EF4-FFF2-40B4-BE49-F238E27FC236}">
                <a16:creationId xmlns:a16="http://schemas.microsoft.com/office/drawing/2014/main" id="{FFC28A9B-8A03-9509-31AE-FD0FD8D531B3}"/>
              </a:ext>
            </a:extLst>
          </p:cNvPr>
          <p:cNvSpPr>
            <a:spLocks noGrp="1"/>
          </p:cNvSpPr>
          <p:nvPr>
            <p:ph type="sldNum" idx="13"/>
          </p:nvPr>
        </p:nvSpPr>
        <p:spPr>
          <a:xfrm>
            <a:off x="12317360" y="6509572"/>
            <a:ext cx="140865" cy="109728"/>
          </a:xfrm>
        </p:spPr>
        <p:txBody>
          <a:bodyPr/>
          <a:lstStyle/>
          <a:p>
            <a:fld id="{00000000-1234-1234-1234-123412341234}" type="slidenum">
              <a:rPr lang="en" smtClean="0"/>
              <a:pPr/>
              <a:t>‹#›</a:t>
            </a:fld>
            <a:endParaRPr lang="en"/>
          </a:p>
        </p:txBody>
      </p:sp>
      <p:pic>
        <p:nvPicPr>
          <p:cNvPr id="8" name="Graphic 7" descr="Lilly Logo">
            <a:extLst>
              <a:ext uri="{FF2B5EF4-FFF2-40B4-BE49-F238E27FC236}">
                <a16:creationId xmlns:a16="http://schemas.microsoft.com/office/drawing/2014/main" id="{15AACC26-79D4-FD98-8E90-375939F8618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587323" y="534737"/>
            <a:ext cx="1027460" cy="561113"/>
          </a:xfrm>
          <a:prstGeom prst="rect">
            <a:avLst/>
          </a:prstGeom>
        </p:spPr>
      </p:pic>
    </p:spTree>
    <p:extLst>
      <p:ext uri="{BB962C8B-B14F-4D97-AF65-F5344CB8AC3E}">
        <p14:creationId xmlns:p14="http://schemas.microsoft.com/office/powerpoint/2010/main" val="414556802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02 with light Background">
    <p:bg>
      <p:bgRef idx="1001">
        <a:schemeClr val="bg2"/>
      </p:bgRef>
    </p:bg>
    <p:spTree>
      <p:nvGrpSpPr>
        <p:cNvPr id="1" name=""/>
        <p:cNvGrpSpPr/>
        <p:nvPr/>
      </p:nvGrpSpPr>
      <p:grpSpPr>
        <a:xfrm>
          <a:off x="0" y="0"/>
          <a:ext cx="0" cy="0"/>
          <a:chOff x="0" y="0"/>
          <a:chExt cx="0" cy="0"/>
        </a:xfrm>
      </p:grpSpPr>
      <p:sp>
        <p:nvSpPr>
          <p:cNvPr id="13" name="Text Placeholder 11">
            <a:extLst>
              <a:ext uri="{FF2B5EF4-FFF2-40B4-BE49-F238E27FC236}">
                <a16:creationId xmlns:a16="http://schemas.microsoft.com/office/drawing/2014/main" id="{8C52379E-98ED-92BA-94F1-0722B2D750F8}"/>
              </a:ext>
            </a:extLst>
          </p:cNvPr>
          <p:cNvSpPr>
            <a:spLocks noGrp="1"/>
          </p:cNvSpPr>
          <p:nvPr>
            <p:ph type="body" sz="quarter" idx="11"/>
          </p:nvPr>
        </p:nvSpPr>
        <p:spPr>
          <a:xfrm>
            <a:off x="3310040" y="5608321"/>
            <a:ext cx="5572317" cy="402167"/>
          </a:xfrm>
          <a:prstGeom prst="rect">
            <a:avLst/>
          </a:prstGeom>
        </p:spPr>
        <p:txBody>
          <a:bodyPr lIns="0" tIns="0" rIns="0" bIns="0">
            <a:noAutofit/>
          </a:bodyPr>
          <a:lstStyle>
            <a:lvl1pPr marL="0" indent="0" algn="ctr">
              <a:lnSpc>
                <a:spcPts val="1600"/>
              </a:lnSpc>
              <a:buFontTx/>
              <a:buNone/>
              <a:defRPr sz="1600" b="1" i="0">
                <a:solidFill>
                  <a:schemeClr val="tx1"/>
                </a:solidFill>
                <a:latin typeface="Arial Black" panose="020B0604020202020204" pitchFamily="34" charset="0"/>
              </a:defRPr>
            </a:lvl1pPr>
            <a:lvl2pPr marL="795847" indent="0" algn="ctr">
              <a:lnSpc>
                <a:spcPts val="2667"/>
              </a:lnSpc>
              <a:buFontTx/>
              <a:buNone/>
              <a:defRPr sz="2667" b="1" i="0">
                <a:solidFill>
                  <a:schemeClr val="tx1"/>
                </a:solidFill>
                <a:latin typeface="Arial Black" panose="020B0A04020102020204" pitchFamily="34" charset="0"/>
              </a:defRPr>
            </a:lvl2pPr>
            <a:lvl3pPr marL="1405432" indent="0" algn="ctr">
              <a:lnSpc>
                <a:spcPts val="2667"/>
              </a:lnSpc>
              <a:buFontTx/>
              <a:buNone/>
              <a:defRPr sz="2667" b="1" i="0">
                <a:solidFill>
                  <a:schemeClr val="tx1"/>
                </a:solidFill>
                <a:latin typeface="Arial Black" panose="020B0A04020102020204" pitchFamily="34" charset="0"/>
              </a:defRPr>
            </a:lvl3pPr>
            <a:lvl4pPr marL="2015016" indent="0" algn="ctr">
              <a:lnSpc>
                <a:spcPts val="2667"/>
              </a:lnSpc>
              <a:buFontTx/>
              <a:buNone/>
              <a:defRPr sz="2667" b="1" i="0">
                <a:solidFill>
                  <a:schemeClr val="tx1"/>
                </a:solidFill>
                <a:latin typeface="Arial Black" panose="020B0A04020102020204" pitchFamily="34" charset="0"/>
              </a:defRPr>
            </a:lvl4pPr>
            <a:lvl5pPr marL="2624601" indent="0" algn="ctr">
              <a:lnSpc>
                <a:spcPts val="2667"/>
              </a:lnSpc>
              <a:buFontTx/>
              <a:buNone/>
              <a:defRPr sz="2667" b="1" i="0">
                <a:solidFill>
                  <a:schemeClr val="tx1"/>
                </a:solidFill>
                <a:latin typeface="Arial Black" panose="020B0A04020102020204" pitchFamily="34" charset="0"/>
              </a:defRPr>
            </a:lvl5pPr>
          </a:lstStyle>
          <a:p>
            <a:pPr lvl="0"/>
            <a:r>
              <a:rPr lang="en-US"/>
              <a:t>Click to edit Master text styles</a:t>
            </a:r>
          </a:p>
        </p:txBody>
      </p:sp>
      <p:sp>
        <p:nvSpPr>
          <p:cNvPr id="5" name="Title 4">
            <a:extLst>
              <a:ext uri="{FF2B5EF4-FFF2-40B4-BE49-F238E27FC236}">
                <a16:creationId xmlns:a16="http://schemas.microsoft.com/office/drawing/2014/main" id="{6BD48296-BE07-8E79-0A75-61231A9CE9C8}"/>
              </a:ext>
            </a:extLst>
          </p:cNvPr>
          <p:cNvSpPr>
            <a:spLocks noGrp="1"/>
          </p:cNvSpPr>
          <p:nvPr>
            <p:ph type="title"/>
          </p:nvPr>
        </p:nvSpPr>
        <p:spPr>
          <a:xfrm>
            <a:off x="541572" y="2548129"/>
            <a:ext cx="11109253" cy="1837183"/>
          </a:xfrm>
        </p:spPr>
        <p:txBody>
          <a:bodyPr wrap="square" lIns="0" tIns="0" rIns="0" bIns="0">
            <a:noAutofit/>
          </a:bodyPr>
          <a:lstStyle>
            <a:lvl1pPr algn="ctr">
              <a:lnSpc>
                <a:spcPts val="6480"/>
              </a:lnSpc>
              <a:defRPr sz="7200" b="1" i="0">
                <a:solidFill>
                  <a:schemeClr val="tx1"/>
                </a:solidFill>
                <a:latin typeface="Arial Black" panose="020B0604020202020204" pitchFamily="34" charset="0"/>
              </a:defRPr>
            </a:lvl1pPr>
          </a:lstStyle>
          <a:p>
            <a:r>
              <a:rPr lang="en-US"/>
              <a:t>Click to edit Master title style</a:t>
            </a:r>
          </a:p>
        </p:txBody>
      </p:sp>
      <p:sp>
        <p:nvSpPr>
          <p:cNvPr id="3" name="Footer Placeholder 2">
            <a:extLst>
              <a:ext uri="{FF2B5EF4-FFF2-40B4-BE49-F238E27FC236}">
                <a16:creationId xmlns:a16="http://schemas.microsoft.com/office/drawing/2014/main" id="{742DE5E3-743C-3C79-855B-1421A3FC403F}"/>
              </a:ext>
            </a:extLst>
          </p:cNvPr>
          <p:cNvSpPr>
            <a:spLocks noGrp="1"/>
          </p:cNvSpPr>
          <p:nvPr>
            <p:ph type="ftr" sz="quarter" idx="12"/>
          </p:nvPr>
        </p:nvSpPr>
        <p:spPr>
          <a:xfrm>
            <a:off x="3562529" y="6237863"/>
            <a:ext cx="5067339" cy="115552"/>
          </a:xfrm>
        </p:spPr>
        <p:txBody>
          <a:bodyPr/>
          <a:lstStyle>
            <a:lvl1pPr algn="ctr">
              <a:defRPr sz="1067" b="1" i="0">
                <a:latin typeface="Arial Black" panose="020B0604020202020204" pitchFamily="34" charset="0"/>
              </a:defRPr>
            </a:lvl1pPr>
          </a:lstStyle>
          <a:p>
            <a:r>
              <a:rPr lang="en-US"/>
              <a:t>Company Confidential  © 2024 Eli Lilly and Company</a:t>
            </a:r>
          </a:p>
        </p:txBody>
      </p:sp>
      <p:sp>
        <p:nvSpPr>
          <p:cNvPr id="6" name="Slide Number Placeholder 5">
            <a:extLst>
              <a:ext uri="{FF2B5EF4-FFF2-40B4-BE49-F238E27FC236}">
                <a16:creationId xmlns:a16="http://schemas.microsoft.com/office/drawing/2014/main" id="{FFC28A9B-8A03-9509-31AE-FD0FD8D531B3}"/>
              </a:ext>
            </a:extLst>
          </p:cNvPr>
          <p:cNvSpPr>
            <a:spLocks noGrp="1"/>
          </p:cNvSpPr>
          <p:nvPr>
            <p:ph type="sldNum" idx="13"/>
          </p:nvPr>
        </p:nvSpPr>
        <p:spPr>
          <a:xfrm>
            <a:off x="12317360" y="6509572"/>
            <a:ext cx="140865" cy="109728"/>
          </a:xfrm>
        </p:spPr>
        <p:txBody>
          <a:bodyPr/>
          <a:lstStyle/>
          <a:p>
            <a:fld id="{00000000-1234-1234-1234-123412341234}" type="slidenum">
              <a:rPr lang="en" smtClean="0"/>
              <a:pPr/>
              <a:t>‹#›</a:t>
            </a:fld>
            <a:endParaRPr lang="en"/>
          </a:p>
        </p:txBody>
      </p:sp>
      <p:pic>
        <p:nvPicPr>
          <p:cNvPr id="8" name="Graphic 7" descr="Lilly Logo">
            <a:extLst>
              <a:ext uri="{FF2B5EF4-FFF2-40B4-BE49-F238E27FC236}">
                <a16:creationId xmlns:a16="http://schemas.microsoft.com/office/drawing/2014/main" id="{15AACC26-79D4-FD98-8E90-375939F8618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587323" y="534737"/>
            <a:ext cx="1027460" cy="561113"/>
          </a:xfrm>
          <a:prstGeom prst="rect">
            <a:avLst/>
          </a:prstGeom>
        </p:spPr>
      </p:pic>
    </p:spTree>
    <p:extLst>
      <p:ext uri="{BB962C8B-B14F-4D97-AF65-F5344CB8AC3E}">
        <p14:creationId xmlns:p14="http://schemas.microsoft.com/office/powerpoint/2010/main" val="322448758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2AA75-89FF-4880-1444-0CB25C07D307}"/>
              </a:ext>
            </a:extLst>
          </p:cNvPr>
          <p:cNvSpPr>
            <a:spLocks noGrp="1"/>
          </p:cNvSpPr>
          <p:nvPr>
            <p:ph type="title"/>
          </p:nvPr>
        </p:nvSpPr>
        <p:spPr>
          <a:xfrm>
            <a:off x="609600" y="1219200"/>
            <a:ext cx="5680400" cy="763600"/>
          </a:xfrm>
        </p:spPr>
        <p:txBody>
          <a:bodyPr>
            <a:noAutofit/>
          </a:bodyPr>
          <a:lstStyle>
            <a:lvl1pPr>
              <a:lnSpc>
                <a:spcPct val="80000"/>
              </a:lnSpc>
              <a:spcAft>
                <a:spcPts val="1600"/>
              </a:spcAft>
              <a:defRPr sz="5333" spc="0" baseline="0">
                <a:solidFill>
                  <a:schemeClr val="tx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68BA49CC-F254-2457-279C-1AC8C85CDA72}"/>
              </a:ext>
            </a:extLst>
          </p:cNvPr>
          <p:cNvSpPr>
            <a:spLocks noGrp="1"/>
          </p:cNvSpPr>
          <p:nvPr>
            <p:ph type="sldNum" idx="10"/>
          </p:nvPr>
        </p:nvSpPr>
        <p:spPr/>
        <p:txBody>
          <a:bodyPr/>
          <a:lstStyle/>
          <a:p>
            <a:fld id="{00000000-1234-1234-1234-123412341234}" type="slidenum">
              <a:rPr lang="en" smtClean="0"/>
              <a:pPr/>
              <a:t>‹#›</a:t>
            </a:fld>
            <a:endParaRPr lang="en"/>
          </a:p>
        </p:txBody>
      </p:sp>
      <p:sp>
        <p:nvSpPr>
          <p:cNvPr id="4" name="Footer Placeholder 3">
            <a:extLst>
              <a:ext uri="{FF2B5EF4-FFF2-40B4-BE49-F238E27FC236}">
                <a16:creationId xmlns:a16="http://schemas.microsoft.com/office/drawing/2014/main" id="{283D864B-0F78-FC18-DB4A-F5BE77E189BE}"/>
              </a:ext>
            </a:extLst>
          </p:cNvPr>
          <p:cNvSpPr>
            <a:spLocks noGrp="1"/>
          </p:cNvSpPr>
          <p:nvPr>
            <p:ph type="ftr" sz="quarter" idx="11"/>
          </p:nvPr>
        </p:nvSpPr>
        <p:spPr/>
        <p:txBody>
          <a:bodyPr/>
          <a:lstStyle/>
          <a:p>
            <a:r>
              <a:rPr lang="en-US"/>
              <a:t>Company Confidential  © 2024 Eli Lilly and Company</a:t>
            </a:r>
          </a:p>
        </p:txBody>
      </p:sp>
      <p:sp>
        <p:nvSpPr>
          <p:cNvPr id="8" name="Picture Placeholder 7">
            <a:extLst>
              <a:ext uri="{FF2B5EF4-FFF2-40B4-BE49-F238E27FC236}">
                <a16:creationId xmlns:a16="http://schemas.microsoft.com/office/drawing/2014/main" id="{A23542CD-E9B6-525B-81FD-C083ED3D2B63}"/>
              </a:ext>
            </a:extLst>
          </p:cNvPr>
          <p:cNvSpPr>
            <a:spLocks noGrp="1"/>
          </p:cNvSpPr>
          <p:nvPr>
            <p:ph type="pic" sz="quarter" idx="12"/>
          </p:nvPr>
        </p:nvSpPr>
        <p:spPr>
          <a:xfrm>
            <a:off x="609600" y="2429933"/>
            <a:ext cx="5486400" cy="3230880"/>
          </a:xfrm>
          <a:prstGeom prst="rect">
            <a:avLst/>
          </a:prstGeom>
        </p:spPr>
        <p:txBody>
          <a:bodyPr anchor="ctr">
            <a:noAutofit/>
          </a:bodyPr>
          <a:lstStyle>
            <a:lvl1pPr marL="152396" indent="0" algn="ctr">
              <a:buNone/>
              <a:defRPr>
                <a:solidFill>
                  <a:schemeClr val="tx1"/>
                </a:solidFill>
              </a:defRPr>
            </a:lvl1pPr>
          </a:lstStyle>
          <a:p>
            <a:r>
              <a:rPr lang="en-US"/>
              <a:t>Click icon to add picture</a:t>
            </a:r>
          </a:p>
        </p:txBody>
      </p:sp>
      <p:sp>
        <p:nvSpPr>
          <p:cNvPr id="13" name="Text Placeholder 12">
            <a:extLst>
              <a:ext uri="{FF2B5EF4-FFF2-40B4-BE49-F238E27FC236}">
                <a16:creationId xmlns:a16="http://schemas.microsoft.com/office/drawing/2014/main" id="{275D15F5-263B-243A-3A4D-0F41BA4F12A8}"/>
              </a:ext>
            </a:extLst>
          </p:cNvPr>
          <p:cNvSpPr>
            <a:spLocks noGrp="1"/>
          </p:cNvSpPr>
          <p:nvPr>
            <p:ph type="body" sz="quarter" idx="13"/>
          </p:nvPr>
        </p:nvSpPr>
        <p:spPr>
          <a:xfrm>
            <a:off x="7013448" y="1109472"/>
            <a:ext cx="4632801" cy="4741333"/>
          </a:xfrm>
        </p:spPr>
        <p:txBody>
          <a:bodyPr>
            <a:noAutofit/>
          </a:bodyPr>
          <a:lstStyle>
            <a:lvl1pPr marL="0" indent="0">
              <a:lnSpc>
                <a:spcPct val="200000"/>
              </a:lnSpc>
              <a:spcBef>
                <a:spcPts val="0"/>
              </a:spcBef>
              <a:buNone/>
              <a:defRPr sz="2133">
                <a:latin typeface="Arial" panose="020B0604020202020204" pitchFamily="34" charset="0"/>
              </a:defRPr>
            </a:lvl1pPr>
            <a:lvl2pPr marL="0" indent="0">
              <a:lnSpc>
                <a:spcPct val="200000"/>
              </a:lnSpc>
              <a:buNone/>
              <a:defRPr sz="2133">
                <a:latin typeface="Arial" panose="020B0604020202020204" pitchFamily="34" charset="0"/>
              </a:defRPr>
            </a:lvl2pPr>
            <a:lvl3pPr marL="0" indent="0">
              <a:lnSpc>
                <a:spcPct val="200000"/>
              </a:lnSpc>
              <a:buNone/>
              <a:defRPr sz="2133">
                <a:latin typeface="Arial" panose="020B0604020202020204" pitchFamily="34" charset="0"/>
              </a:defRPr>
            </a:lvl3pPr>
            <a:lvl4pPr marL="0" indent="0">
              <a:lnSpc>
                <a:spcPct val="200000"/>
              </a:lnSpc>
              <a:buNone/>
              <a:defRPr sz="2133">
                <a:latin typeface="Arial" panose="020B0604020202020204" pitchFamily="34" charset="0"/>
              </a:defRPr>
            </a:lvl4pPr>
            <a:lvl5pPr marL="0" indent="0">
              <a:lnSpc>
                <a:spcPct val="200000"/>
              </a:lnSpc>
              <a:buNone/>
              <a:defRPr sz="2133">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0923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Introdctio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41D5AE-DD0C-F8FF-F750-27056E249C43}"/>
              </a:ext>
            </a:extLst>
          </p:cNvPr>
          <p:cNvSpPr>
            <a:spLocks noGrp="1"/>
          </p:cNvSpPr>
          <p:nvPr>
            <p:ph type="ftr" sz="quarter" idx="10"/>
          </p:nvPr>
        </p:nvSpPr>
        <p:spPr>
          <a:xfrm>
            <a:off x="9192767" y="6510528"/>
            <a:ext cx="2438400" cy="121920"/>
          </a:xfrm>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E3C9E43E-B35D-AFF1-B16A-3C2FBBC36723}"/>
              </a:ext>
            </a:extLst>
          </p:cNvPr>
          <p:cNvSpPr>
            <a:spLocks noGrp="1"/>
          </p:cNvSpPr>
          <p:nvPr>
            <p:ph type="sldNum" sz="quarter" idx="11"/>
          </p:nvPr>
        </p:nvSpPr>
        <p:spPr>
          <a:xfrm>
            <a:off x="11667743" y="6510528"/>
            <a:ext cx="304800" cy="121920"/>
          </a:xfrm>
        </p:spPr>
        <p:txBody>
          <a:bodyPr/>
          <a:lstStyle/>
          <a:p>
            <a:fld id="{48135D20-C3A1-FF4C-B4DB-BE449A9B144D}" type="slidenum">
              <a:t>‹#›</a:t>
            </a:fld>
            <a:endParaRPr lang="en-US"/>
          </a:p>
        </p:txBody>
      </p:sp>
      <p:sp>
        <p:nvSpPr>
          <p:cNvPr id="5" name="Title 1">
            <a:extLst>
              <a:ext uri="{FF2B5EF4-FFF2-40B4-BE49-F238E27FC236}">
                <a16:creationId xmlns:a16="http://schemas.microsoft.com/office/drawing/2014/main" id="{6F78D970-A7DD-6304-1A75-F67BC1405445}"/>
              </a:ext>
            </a:extLst>
          </p:cNvPr>
          <p:cNvSpPr>
            <a:spLocks noGrp="1"/>
          </p:cNvSpPr>
          <p:nvPr>
            <p:ph type="title"/>
          </p:nvPr>
        </p:nvSpPr>
        <p:spPr>
          <a:xfrm>
            <a:off x="566927" y="1092708"/>
            <a:ext cx="11058144" cy="768096"/>
          </a:xfrm>
        </p:spPr>
        <p:txBody>
          <a:bodyPr>
            <a:noAutofit/>
          </a:bodyPr>
          <a:lstStyle>
            <a:lvl1pPr algn="ctr">
              <a:defRPr sz="6400"/>
            </a:lvl1pPr>
          </a:lstStyle>
          <a:p>
            <a:r>
              <a:rPr lang="en-US"/>
              <a:t>Click to edit Master title style</a:t>
            </a:r>
          </a:p>
        </p:txBody>
      </p:sp>
      <p:sp>
        <p:nvSpPr>
          <p:cNvPr id="6" name="Picture Placeholder 11">
            <a:extLst>
              <a:ext uri="{FF2B5EF4-FFF2-40B4-BE49-F238E27FC236}">
                <a16:creationId xmlns:a16="http://schemas.microsoft.com/office/drawing/2014/main" id="{534C21E9-C803-15CA-B8DD-2070EB3366C3}"/>
              </a:ext>
            </a:extLst>
          </p:cNvPr>
          <p:cNvSpPr>
            <a:spLocks noGrp="1" noChangeAspect="1"/>
          </p:cNvSpPr>
          <p:nvPr>
            <p:ph type="pic" sz="quarter" idx="12"/>
          </p:nvPr>
        </p:nvSpPr>
        <p:spPr>
          <a:xfrm>
            <a:off x="1523999" y="2568322"/>
            <a:ext cx="1645920" cy="1645920"/>
          </a:xfrm>
          <a:prstGeom prst="ellipse">
            <a:avLst/>
          </a:prstGeom>
          <a:noFill/>
        </p:spPr>
        <p:txBody>
          <a:bodyPr anchor="ctr">
            <a:normAutofit/>
          </a:bodyPr>
          <a:lstStyle>
            <a:lvl1pPr marL="0" indent="0" algn="ctr">
              <a:buFontTx/>
              <a:buNone/>
              <a:defRPr sz="1200"/>
            </a:lvl1pPr>
          </a:lstStyle>
          <a:p>
            <a:endParaRPr lang="en-US"/>
          </a:p>
        </p:txBody>
      </p:sp>
      <p:sp>
        <p:nvSpPr>
          <p:cNvPr id="8" name="Picture Placeholder 11">
            <a:extLst>
              <a:ext uri="{FF2B5EF4-FFF2-40B4-BE49-F238E27FC236}">
                <a16:creationId xmlns:a16="http://schemas.microsoft.com/office/drawing/2014/main" id="{0346815C-9A66-06BB-C177-AD9043991E15}"/>
              </a:ext>
            </a:extLst>
          </p:cNvPr>
          <p:cNvSpPr>
            <a:spLocks noGrp="1" noChangeAspect="1"/>
          </p:cNvSpPr>
          <p:nvPr>
            <p:ph type="pic" sz="quarter" idx="13"/>
          </p:nvPr>
        </p:nvSpPr>
        <p:spPr>
          <a:xfrm>
            <a:off x="5280944" y="2568322"/>
            <a:ext cx="1645920" cy="1645920"/>
          </a:xfrm>
          <a:prstGeom prst="ellipse">
            <a:avLst/>
          </a:prstGeom>
          <a:noFill/>
        </p:spPr>
        <p:txBody>
          <a:bodyPr anchor="ctr">
            <a:normAutofit/>
          </a:bodyPr>
          <a:lstStyle>
            <a:lvl1pPr marL="0" indent="0" algn="ctr">
              <a:buFontTx/>
              <a:buNone/>
              <a:defRPr sz="1200"/>
            </a:lvl1pPr>
          </a:lstStyle>
          <a:p>
            <a:endParaRPr lang="en-US"/>
          </a:p>
        </p:txBody>
      </p:sp>
      <p:sp>
        <p:nvSpPr>
          <p:cNvPr id="9" name="Picture Placeholder 11">
            <a:extLst>
              <a:ext uri="{FF2B5EF4-FFF2-40B4-BE49-F238E27FC236}">
                <a16:creationId xmlns:a16="http://schemas.microsoft.com/office/drawing/2014/main" id="{1C1F1F94-F136-FC22-A32C-6B23C36F4E0D}"/>
              </a:ext>
            </a:extLst>
          </p:cNvPr>
          <p:cNvSpPr>
            <a:spLocks noGrp="1" noChangeAspect="1"/>
          </p:cNvSpPr>
          <p:nvPr>
            <p:ph type="pic" sz="quarter" idx="14"/>
          </p:nvPr>
        </p:nvSpPr>
        <p:spPr>
          <a:xfrm>
            <a:off x="9037889" y="2568322"/>
            <a:ext cx="1645920" cy="1645920"/>
          </a:xfrm>
          <a:prstGeom prst="ellipse">
            <a:avLst/>
          </a:prstGeom>
          <a:noFill/>
        </p:spPr>
        <p:txBody>
          <a:bodyPr anchor="ctr">
            <a:normAutofit/>
          </a:bodyPr>
          <a:lstStyle>
            <a:lvl1pPr marL="0" indent="0" algn="ctr">
              <a:buFontTx/>
              <a:buNone/>
              <a:defRPr sz="1200"/>
            </a:lvl1pPr>
          </a:lstStyle>
          <a:p>
            <a:endParaRPr lang="en-US"/>
          </a:p>
        </p:txBody>
      </p:sp>
      <p:sp>
        <p:nvSpPr>
          <p:cNvPr id="11" name="Text Placeholder 10">
            <a:extLst>
              <a:ext uri="{FF2B5EF4-FFF2-40B4-BE49-F238E27FC236}">
                <a16:creationId xmlns:a16="http://schemas.microsoft.com/office/drawing/2014/main" id="{B1501167-374E-560B-3DA9-CB7E48DFC579}"/>
              </a:ext>
            </a:extLst>
          </p:cNvPr>
          <p:cNvSpPr>
            <a:spLocks noGrp="1"/>
          </p:cNvSpPr>
          <p:nvPr>
            <p:ph type="body" sz="quarter" idx="15" hasCustomPrompt="1"/>
          </p:nvPr>
        </p:nvSpPr>
        <p:spPr>
          <a:xfrm>
            <a:off x="1193480" y="4997197"/>
            <a:ext cx="2306958" cy="1289303"/>
          </a:xfrm>
        </p:spPr>
        <p:txBody>
          <a:bodyPr>
            <a:noAutofit/>
          </a:bodyPr>
          <a:lstStyle>
            <a:lvl1pPr marL="0" indent="0" algn="ctr">
              <a:lnSpc>
                <a:spcPts val="1764"/>
              </a:lnSpc>
              <a:buNone/>
              <a:defRPr sz="1470" kern="600"/>
            </a:lvl1pPr>
            <a:lvl2pPr marL="0" indent="0" algn="ctr">
              <a:lnSpc>
                <a:spcPts val="1764"/>
              </a:lnSpc>
              <a:spcBef>
                <a:spcPts val="0"/>
              </a:spcBef>
              <a:buNone/>
              <a:defRPr sz="1470" kern="600">
                <a:solidFill>
                  <a:schemeClr val="tx2"/>
                </a:solidFill>
              </a:defRPr>
            </a:lvl2pPr>
            <a:lvl3pPr marL="243834" indent="0" algn="ctr">
              <a:buNone/>
              <a:defRPr sz="1470"/>
            </a:lvl3pPr>
            <a:lvl4pPr marL="365751" indent="0" algn="ctr">
              <a:buNone/>
              <a:defRPr sz="1470"/>
            </a:lvl4pPr>
            <a:lvl5pPr marL="487668" indent="0" algn="ctr">
              <a:buNone/>
              <a:defRPr sz="1470"/>
            </a:lvl5pPr>
          </a:lstStyle>
          <a:p>
            <a:pPr lvl="0"/>
            <a:r>
              <a:rPr lang="en-US"/>
              <a:t>Name &amp; Title (next line)</a:t>
            </a:r>
          </a:p>
          <a:p>
            <a:pPr lvl="1"/>
            <a:r>
              <a:rPr lang="en-US"/>
              <a:t>Title</a:t>
            </a:r>
          </a:p>
        </p:txBody>
      </p:sp>
      <p:sp>
        <p:nvSpPr>
          <p:cNvPr id="12" name="Text Placeholder 10">
            <a:extLst>
              <a:ext uri="{FF2B5EF4-FFF2-40B4-BE49-F238E27FC236}">
                <a16:creationId xmlns:a16="http://schemas.microsoft.com/office/drawing/2014/main" id="{7C75CEF8-125C-4D53-2487-C93F50F3E927}"/>
              </a:ext>
            </a:extLst>
          </p:cNvPr>
          <p:cNvSpPr>
            <a:spLocks noGrp="1"/>
          </p:cNvSpPr>
          <p:nvPr>
            <p:ph type="body" sz="quarter" idx="16" hasCustomPrompt="1"/>
          </p:nvPr>
        </p:nvSpPr>
        <p:spPr>
          <a:xfrm>
            <a:off x="4952428" y="4997197"/>
            <a:ext cx="2304288" cy="1289303"/>
          </a:xfrm>
        </p:spPr>
        <p:txBody>
          <a:bodyPr>
            <a:noAutofit/>
          </a:bodyPr>
          <a:lstStyle>
            <a:lvl1pPr marL="0" indent="0" algn="ctr">
              <a:lnSpc>
                <a:spcPts val="1764"/>
              </a:lnSpc>
              <a:buNone/>
              <a:defRPr sz="1470" kern="600"/>
            </a:lvl1pPr>
            <a:lvl2pPr marL="0" indent="0" algn="ctr">
              <a:lnSpc>
                <a:spcPts val="1764"/>
              </a:lnSpc>
              <a:spcBef>
                <a:spcPts val="0"/>
              </a:spcBef>
              <a:buNone/>
              <a:defRPr sz="1470" kern="600">
                <a:solidFill>
                  <a:schemeClr val="tx2"/>
                </a:solidFill>
              </a:defRPr>
            </a:lvl2pPr>
            <a:lvl3pPr marL="243834" indent="0" algn="ctr">
              <a:buNone/>
              <a:defRPr sz="1470"/>
            </a:lvl3pPr>
            <a:lvl4pPr marL="365751" indent="0" algn="ctr">
              <a:buNone/>
              <a:defRPr sz="1470"/>
            </a:lvl4pPr>
            <a:lvl5pPr marL="487668" indent="0" algn="ctr">
              <a:buNone/>
              <a:defRPr sz="1470"/>
            </a:lvl5pPr>
          </a:lstStyle>
          <a:p>
            <a:pPr lvl="0"/>
            <a:r>
              <a:rPr lang="en-US"/>
              <a:t>Name &amp; Title (next line)</a:t>
            </a:r>
          </a:p>
          <a:p>
            <a:pPr lvl="1"/>
            <a:r>
              <a:rPr lang="en-US"/>
              <a:t>Title</a:t>
            </a:r>
          </a:p>
        </p:txBody>
      </p:sp>
      <p:sp>
        <p:nvSpPr>
          <p:cNvPr id="13" name="Text Placeholder 10">
            <a:extLst>
              <a:ext uri="{FF2B5EF4-FFF2-40B4-BE49-F238E27FC236}">
                <a16:creationId xmlns:a16="http://schemas.microsoft.com/office/drawing/2014/main" id="{AA59D486-EE59-023D-5961-0DE54C6C2365}"/>
              </a:ext>
            </a:extLst>
          </p:cNvPr>
          <p:cNvSpPr>
            <a:spLocks noGrp="1"/>
          </p:cNvSpPr>
          <p:nvPr>
            <p:ph type="body" sz="quarter" idx="17" hasCustomPrompt="1"/>
          </p:nvPr>
        </p:nvSpPr>
        <p:spPr>
          <a:xfrm>
            <a:off x="8708705" y="4997197"/>
            <a:ext cx="2304288" cy="1289303"/>
          </a:xfrm>
        </p:spPr>
        <p:txBody>
          <a:bodyPr>
            <a:noAutofit/>
          </a:bodyPr>
          <a:lstStyle>
            <a:lvl1pPr marL="0" indent="0" algn="ctr">
              <a:lnSpc>
                <a:spcPts val="1764"/>
              </a:lnSpc>
              <a:buNone/>
              <a:defRPr sz="1470" kern="600"/>
            </a:lvl1pPr>
            <a:lvl2pPr marL="0" indent="0" algn="ctr">
              <a:lnSpc>
                <a:spcPts val="1764"/>
              </a:lnSpc>
              <a:spcBef>
                <a:spcPts val="0"/>
              </a:spcBef>
              <a:buNone/>
              <a:defRPr sz="1470" kern="600">
                <a:solidFill>
                  <a:schemeClr val="tx2"/>
                </a:solidFill>
              </a:defRPr>
            </a:lvl2pPr>
            <a:lvl3pPr marL="243834" indent="0" algn="ctr">
              <a:buNone/>
              <a:defRPr sz="1470"/>
            </a:lvl3pPr>
            <a:lvl4pPr marL="365751" indent="0" algn="ctr">
              <a:buNone/>
              <a:defRPr sz="1470"/>
            </a:lvl4pPr>
            <a:lvl5pPr marL="487668" indent="0" algn="ctr">
              <a:buNone/>
              <a:defRPr sz="1470"/>
            </a:lvl5pPr>
          </a:lstStyle>
          <a:p>
            <a:pPr lvl="0"/>
            <a:r>
              <a:rPr lang="en-US"/>
              <a:t>Name &amp; Title (next line)</a:t>
            </a:r>
          </a:p>
          <a:p>
            <a:pPr lvl="1"/>
            <a:r>
              <a:rPr lang="en-US"/>
              <a:t>Title</a:t>
            </a:r>
          </a:p>
        </p:txBody>
      </p:sp>
    </p:spTree>
    <p:extLst>
      <p:ext uri="{BB962C8B-B14F-4D97-AF65-F5344CB8AC3E}">
        <p14:creationId xmlns:p14="http://schemas.microsoft.com/office/powerpoint/2010/main" val="2967006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21792" y="457200"/>
            <a:ext cx="11058144" cy="914400"/>
          </a:xfrm>
        </p:spPr>
        <p:txBody>
          <a:bodyPr>
            <a:noAutofit/>
          </a:bodyPr>
          <a:lstStyle>
            <a:lvl1pPr>
              <a:lnSpc>
                <a:spcPct val="80000"/>
              </a:lnSpc>
              <a:defRPr sz="4000" spc="0" baseline="0"/>
            </a:lvl1pPr>
          </a:lstStyle>
          <a:p>
            <a:r>
              <a:rPr lang="en-US"/>
              <a:t>Click to edit Master title style</a:t>
            </a:r>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6" name="Content Placeholder 5">
            <a:extLst>
              <a:ext uri="{FF2B5EF4-FFF2-40B4-BE49-F238E27FC236}">
                <a16:creationId xmlns:a16="http://schemas.microsoft.com/office/drawing/2014/main" id="{ED0F9961-1D04-E5F2-0481-E31DDDD6A7DA}"/>
              </a:ext>
            </a:extLst>
          </p:cNvPr>
          <p:cNvSpPr>
            <a:spLocks noGrp="1"/>
          </p:cNvSpPr>
          <p:nvPr>
            <p:ph sz="quarter" idx="12"/>
          </p:nvPr>
        </p:nvSpPr>
        <p:spPr>
          <a:xfrm>
            <a:off x="609600" y="1828800"/>
            <a:ext cx="11058145" cy="4383932"/>
          </a:xfrm>
        </p:spPr>
        <p:txBody>
          <a:bodyPr>
            <a:noAutofit/>
          </a:bodyPr>
          <a:lstStyle>
            <a:lvl1pPr>
              <a:lnSpc>
                <a:spcPts val="2400"/>
              </a:lnSpc>
              <a:spcBef>
                <a:spcPts val="1200"/>
              </a:spcBef>
              <a:defRPr sz="2400"/>
            </a:lvl1pPr>
            <a:lvl2pPr marL="182880">
              <a:lnSpc>
                <a:spcPts val="2000"/>
              </a:lnSpc>
              <a:spcBef>
                <a:spcPts val="1000"/>
              </a:spcBef>
              <a:buSzPct val="87000"/>
              <a:defRPr sz="2000"/>
            </a:lvl2pPr>
            <a:lvl3pPr>
              <a:spcBef>
                <a:spcPts val="1000"/>
              </a:spcBef>
              <a:buSzPct val="87000"/>
              <a:defRPr sz="1600"/>
            </a:lvl3pPr>
            <a:lvl4pPr>
              <a:spcBef>
                <a:spcPts val="1000"/>
              </a:spcBef>
              <a:buSzPct val="87000"/>
              <a:defRPr sz="1400"/>
            </a:lvl4pPr>
            <a:lvl5pPr>
              <a:spcBef>
                <a:spcPts val="1000"/>
              </a:spcBef>
              <a:buSzPct val="870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4500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21792" y="457200"/>
            <a:ext cx="11058144" cy="914400"/>
          </a:xfrm>
        </p:spPr>
        <p:txBody>
          <a:bodyPr>
            <a:noAutofit/>
          </a:bodyPr>
          <a:lstStyle>
            <a:lvl1pPr>
              <a:lnSpc>
                <a:spcPct val="80000"/>
              </a:lnSpc>
              <a:defRPr sz="4000" spc="0" baseline="0"/>
            </a:lvl1pPr>
          </a:lstStyle>
          <a:p>
            <a:r>
              <a:rPr lang="en-US"/>
              <a:t>Click to edit Master title style</a:t>
            </a:r>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Tree>
    <p:extLst>
      <p:ext uri="{BB962C8B-B14F-4D97-AF65-F5344CB8AC3E}">
        <p14:creationId xmlns:p14="http://schemas.microsoft.com/office/powerpoint/2010/main" val="401533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head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8144" cy="401017"/>
          </a:xfrm>
        </p:spPr>
        <p:txBody>
          <a:bodyPr>
            <a:noAutofit/>
          </a:bodyPr>
          <a:lstStyle>
            <a:lvl1pPr>
              <a:lnSpc>
                <a:spcPct val="80000"/>
              </a:lnSpc>
              <a:defRPr sz="3750" spc="0" baseline="0">
                <a:solidFill>
                  <a:schemeClr val="accent1"/>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11055096"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Tree>
    <p:extLst>
      <p:ext uri="{BB962C8B-B14F-4D97-AF65-F5344CB8AC3E}">
        <p14:creationId xmlns:p14="http://schemas.microsoft.com/office/powerpoint/2010/main" val="3111371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head and Long Copy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21792" y="513966"/>
            <a:ext cx="6297754" cy="505941"/>
          </a:xfrm>
        </p:spPr>
        <p:txBody>
          <a:bodyPr>
            <a:noAutofit/>
          </a:bodyPr>
          <a:lstStyle>
            <a:lvl1pPr>
              <a:lnSpc>
                <a:spcPct val="114000"/>
              </a:lnSpc>
              <a:spcAft>
                <a:spcPts val="1600"/>
              </a:spcAft>
              <a:defRPr sz="1050" b="1" i="0" cap="all" spc="0" baseline="0">
                <a:solidFill>
                  <a:schemeClr val="accent1"/>
                </a:solidFill>
                <a:latin typeface="Arial Black" panose="020B0604020202020204" pitchFamily="34" charset="0"/>
              </a:defRPr>
            </a:lvl1pPr>
          </a:lstStyle>
          <a:p>
            <a:r>
              <a:rPr lang="en-US"/>
              <a:t>Click to edit Master title style</a:t>
            </a:r>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6" name="Content Placeholder 5">
            <a:extLst>
              <a:ext uri="{FF2B5EF4-FFF2-40B4-BE49-F238E27FC236}">
                <a16:creationId xmlns:a16="http://schemas.microsoft.com/office/drawing/2014/main" id="{ED0F9961-1D04-E5F2-0481-E31DDDD6A7DA}"/>
              </a:ext>
            </a:extLst>
          </p:cNvPr>
          <p:cNvSpPr>
            <a:spLocks noGrp="1"/>
          </p:cNvSpPr>
          <p:nvPr>
            <p:ph sz="quarter" idx="12"/>
          </p:nvPr>
        </p:nvSpPr>
        <p:spPr>
          <a:xfrm>
            <a:off x="609601" y="1097264"/>
            <a:ext cx="4736592" cy="4965192"/>
          </a:xfrm>
        </p:spPr>
        <p:txBody>
          <a:bodyPr>
            <a:noAutofit/>
          </a:bodyPr>
          <a:lstStyle>
            <a:lvl1pPr>
              <a:lnSpc>
                <a:spcPts val="1600"/>
              </a:lnSpc>
              <a:spcBef>
                <a:spcPts val="1600"/>
              </a:spcBef>
              <a:defRPr sz="1350"/>
            </a:lvl1pPr>
            <a:lvl2pPr marL="182880">
              <a:lnSpc>
                <a:spcPts val="2000"/>
              </a:lnSpc>
              <a:spcBef>
                <a:spcPts val="1000"/>
              </a:spcBef>
              <a:buSzPct val="87000"/>
              <a:defRPr sz="1350"/>
            </a:lvl2pPr>
            <a:lvl3pPr>
              <a:spcBef>
                <a:spcPts val="1000"/>
              </a:spcBef>
              <a:buSzPct val="87000"/>
              <a:defRPr sz="1350"/>
            </a:lvl3pPr>
            <a:lvl4pPr>
              <a:spcBef>
                <a:spcPts val="1000"/>
              </a:spcBef>
              <a:buSzPct val="87000"/>
              <a:defRPr sz="1350"/>
            </a:lvl4pPr>
            <a:lvl5pPr>
              <a:spcBef>
                <a:spcPts val="1000"/>
              </a:spcBef>
              <a:buSzPct val="87000"/>
              <a:defRPr sz="13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5">
            <a:extLst>
              <a:ext uri="{FF2B5EF4-FFF2-40B4-BE49-F238E27FC236}">
                <a16:creationId xmlns:a16="http://schemas.microsoft.com/office/drawing/2014/main" id="{5BC2DEE0-CC83-F3AE-49D7-5475D1ADAFD5}"/>
              </a:ext>
            </a:extLst>
          </p:cNvPr>
          <p:cNvSpPr>
            <a:spLocks noGrp="1"/>
          </p:cNvSpPr>
          <p:nvPr>
            <p:ph sz="quarter" idx="13"/>
          </p:nvPr>
        </p:nvSpPr>
        <p:spPr>
          <a:xfrm>
            <a:off x="6099048" y="1097264"/>
            <a:ext cx="4736592" cy="4965192"/>
          </a:xfrm>
        </p:spPr>
        <p:txBody>
          <a:bodyPr>
            <a:noAutofit/>
          </a:bodyPr>
          <a:lstStyle>
            <a:lvl1pPr>
              <a:lnSpc>
                <a:spcPts val="1600"/>
              </a:lnSpc>
              <a:spcBef>
                <a:spcPts val="1600"/>
              </a:spcBef>
              <a:defRPr sz="1350"/>
            </a:lvl1pPr>
            <a:lvl2pPr marL="182880">
              <a:lnSpc>
                <a:spcPts val="2000"/>
              </a:lnSpc>
              <a:spcBef>
                <a:spcPts val="1000"/>
              </a:spcBef>
              <a:buSzPct val="87000"/>
              <a:defRPr sz="1350"/>
            </a:lvl2pPr>
            <a:lvl3pPr>
              <a:spcBef>
                <a:spcPts val="1000"/>
              </a:spcBef>
              <a:buSzPct val="87000"/>
              <a:defRPr sz="1350"/>
            </a:lvl3pPr>
            <a:lvl4pPr>
              <a:spcBef>
                <a:spcPts val="1000"/>
              </a:spcBef>
              <a:buSzPct val="87000"/>
              <a:defRPr sz="1350"/>
            </a:lvl4pPr>
            <a:lvl5pPr>
              <a:spcBef>
                <a:spcPts val="1000"/>
              </a:spcBef>
              <a:buSzPct val="87000"/>
              <a:defRPr sz="13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5443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sidera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794DA9-42DE-8A2B-8FAA-780C51A197F1}"/>
              </a:ext>
            </a:extLst>
          </p:cNvPr>
          <p:cNvSpPr/>
          <p:nvPr userDrawn="1"/>
        </p:nvSpPr>
        <p:spPr>
          <a:xfrm>
            <a:off x="6099048" y="0"/>
            <a:ext cx="6099048" cy="6858000"/>
          </a:xfrm>
          <a:prstGeom prst="rect">
            <a:avLst/>
          </a:prstGeom>
          <a:solidFill>
            <a:srgbClr val="E4E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0" name="Content Placeholder 5">
            <a:extLst>
              <a:ext uri="{FF2B5EF4-FFF2-40B4-BE49-F238E27FC236}">
                <a16:creationId xmlns:a16="http://schemas.microsoft.com/office/drawing/2014/main" id="{5BC2DEE0-CC83-F3AE-49D7-5475D1ADAFD5}"/>
              </a:ext>
            </a:extLst>
          </p:cNvPr>
          <p:cNvSpPr>
            <a:spLocks noGrp="1"/>
          </p:cNvSpPr>
          <p:nvPr>
            <p:ph sz="quarter" idx="13"/>
          </p:nvPr>
        </p:nvSpPr>
        <p:spPr>
          <a:xfrm>
            <a:off x="6947916" y="1385824"/>
            <a:ext cx="4389120" cy="4379976"/>
          </a:xfrm>
          <a:prstGeom prst="roundRect">
            <a:avLst>
              <a:gd name="adj" fmla="val 3833"/>
            </a:avLst>
          </a:prstGeom>
          <a:ln w="19050">
            <a:solidFill>
              <a:schemeClr val="tx2"/>
            </a:solidFill>
          </a:ln>
        </p:spPr>
        <p:txBody>
          <a:bodyPr lIns="365760" tIns="182880" rIns="274320" bIns="182880" anchor="ctr" anchorCtr="0">
            <a:normAutofit/>
          </a:bodyPr>
          <a:lstStyle>
            <a:lvl1pPr algn="ctr">
              <a:lnSpc>
                <a:spcPct val="100000"/>
              </a:lnSpc>
              <a:spcBef>
                <a:spcPts val="0"/>
              </a:spcBef>
              <a:spcAft>
                <a:spcPts val="1600"/>
              </a:spcAft>
              <a:defRPr sz="2000" b="1" i="0" cap="all" baseline="0">
                <a:solidFill>
                  <a:schemeClr val="tx2"/>
                </a:solidFill>
                <a:latin typeface="Arial Black" panose="020B0604020202020204" pitchFamily="34" charset="0"/>
              </a:defRPr>
            </a:lvl1pPr>
            <a:lvl2pPr marL="246888" indent="-246888">
              <a:lnSpc>
                <a:spcPct val="114000"/>
              </a:lnSpc>
              <a:spcBef>
                <a:spcPts val="0"/>
              </a:spcBef>
              <a:spcAft>
                <a:spcPts val="1200"/>
              </a:spcAft>
              <a:buSzPct val="70000"/>
              <a:buFont typeface="Arial" panose="020B0604020202020204" pitchFamily="34" charset="0"/>
              <a:buChar char="+"/>
              <a:defRPr sz="2250">
                <a:solidFill>
                  <a:schemeClr val="tx2"/>
                </a:solidFill>
              </a:defRPr>
            </a:lvl2pPr>
            <a:lvl3pPr marL="457200">
              <a:spcBef>
                <a:spcPts val="1000"/>
              </a:spcBef>
              <a:buSzPct val="70000"/>
              <a:defRPr sz="2000">
                <a:solidFill>
                  <a:schemeClr val="tx2"/>
                </a:solidFill>
              </a:defRPr>
            </a:lvl3pPr>
            <a:lvl4pPr marL="685800" indent="-182880">
              <a:spcBef>
                <a:spcPts val="1000"/>
              </a:spcBef>
              <a:buSzPct val="75000"/>
              <a:buFont typeface="Arial" panose="020B0604020202020204" pitchFamily="34" charset="0"/>
              <a:buChar char="o"/>
              <a:defRPr sz="1600">
                <a:solidFill>
                  <a:schemeClr val="tx2"/>
                </a:solidFill>
              </a:defRPr>
            </a:lvl4pPr>
            <a:lvl5pPr marL="914400">
              <a:spcBef>
                <a:spcPts val="1000"/>
              </a:spcBef>
              <a:buSzPct val="70000"/>
              <a:defRPr sz="135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ED0F9961-1D04-E5F2-0481-E31DDDD6A7DA}"/>
              </a:ext>
            </a:extLst>
          </p:cNvPr>
          <p:cNvSpPr>
            <a:spLocks noGrp="1"/>
          </p:cNvSpPr>
          <p:nvPr>
            <p:ph sz="quarter" idx="12"/>
          </p:nvPr>
        </p:nvSpPr>
        <p:spPr>
          <a:xfrm>
            <a:off x="609601" y="1335024"/>
            <a:ext cx="4910328" cy="4846320"/>
          </a:xfrm>
        </p:spPr>
        <p:txBody>
          <a:bodyPr>
            <a:noAutofit/>
          </a:bodyPr>
          <a:lstStyle>
            <a:lvl1pPr>
              <a:lnSpc>
                <a:spcPct val="100000"/>
              </a:lnSpc>
              <a:spcBef>
                <a:spcPts val="1600"/>
              </a:spcBef>
              <a:defRPr sz="2150"/>
            </a:lvl1pPr>
            <a:lvl2pPr marL="182880">
              <a:lnSpc>
                <a:spcPts val="2000"/>
              </a:lnSpc>
              <a:spcBef>
                <a:spcPts val="1000"/>
              </a:spcBef>
              <a:buSzPct val="87000"/>
              <a:defRPr sz="1800"/>
            </a:lvl2pPr>
            <a:lvl3pPr>
              <a:spcBef>
                <a:spcPts val="1000"/>
              </a:spcBef>
              <a:buSzPct val="87000"/>
              <a:defRPr sz="1600"/>
            </a:lvl3pPr>
            <a:lvl4pPr>
              <a:spcBef>
                <a:spcPts val="1000"/>
              </a:spcBef>
              <a:buSzPct val="87000"/>
              <a:defRPr sz="1400"/>
            </a:lvl4pPr>
            <a:lvl5pPr>
              <a:spcBef>
                <a:spcPts val="1000"/>
              </a:spcBef>
              <a:buSzPct val="87000"/>
              <a:defRPr sz="13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21792" y="513966"/>
            <a:ext cx="4898137" cy="505941"/>
          </a:xfrm>
        </p:spPr>
        <p:txBody>
          <a:bodyPr>
            <a:noAutofit/>
          </a:bodyPr>
          <a:lstStyle>
            <a:lvl1pPr>
              <a:lnSpc>
                <a:spcPct val="114000"/>
              </a:lnSpc>
              <a:spcAft>
                <a:spcPts val="1600"/>
              </a:spcAft>
              <a:defRPr sz="1050" b="1" i="0" cap="all" spc="0" baseline="0">
                <a:solidFill>
                  <a:schemeClr val="accent1"/>
                </a:solidFill>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580041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head, and Large Lis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p:nvPr>
        </p:nvSpPr>
        <p:spPr>
          <a:xfrm>
            <a:off x="609600" y="1947672"/>
            <a:ext cx="11058525" cy="4511675"/>
          </a:xfrm>
        </p:spPr>
        <p:txBody>
          <a:bodyPr/>
          <a:lstStyle>
            <a:lvl1pPr marL="320040" indent="-320040">
              <a:lnSpc>
                <a:spcPts val="2900"/>
              </a:lnSpc>
              <a:spcBef>
                <a:spcPts val="1600"/>
              </a:spcBef>
              <a:buSzPct val="85000"/>
              <a:buFont typeface="+mj-lt"/>
              <a:buAutoNum type="arabicPeriod"/>
              <a:defRPr sz="2900"/>
            </a:lvl1pPr>
            <a:lvl2pPr marL="594360" indent="-228600">
              <a:spcBef>
                <a:spcPts val="1000"/>
              </a:spcBef>
              <a:defRPr sz="2500"/>
            </a:lvl2pPr>
            <a:lvl3pPr marL="822960" indent="-201168">
              <a:spcBef>
                <a:spcPts val="1000"/>
              </a:spcBef>
              <a:defRPr/>
            </a:lvl3pPr>
            <a:lvl4pPr marL="1051560" indent="-201168">
              <a:spcBef>
                <a:spcPts val="1000"/>
              </a:spcBef>
              <a:defRPr/>
            </a:lvl4pPr>
            <a:lvl5pPr marL="1280160" indent="-201168">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11055096"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8144" cy="401017"/>
          </a:xfrm>
        </p:spPr>
        <p:txBody>
          <a:bodyPr>
            <a:noAutofit/>
          </a:bodyPr>
          <a:lstStyle>
            <a:lvl1pPr>
              <a:lnSpc>
                <a:spcPct val="80000"/>
              </a:lnSpc>
              <a:defRPr sz="3750" b="1" spc="0" baseline="0">
                <a:solidFill>
                  <a:schemeClr val="accent1"/>
                </a:solidFill>
              </a:defRPr>
            </a:lvl1pPr>
          </a:lstStyle>
          <a:p>
            <a:r>
              <a:rPr lang="en-US"/>
              <a:t>Click to edit Master title style</a:t>
            </a:r>
          </a:p>
        </p:txBody>
      </p:sp>
    </p:spTree>
    <p:extLst>
      <p:ext uri="{BB962C8B-B14F-4D97-AF65-F5344CB8AC3E}">
        <p14:creationId xmlns:p14="http://schemas.microsoft.com/office/powerpoint/2010/main" val="1837540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head, and Three Content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0" name="Text Placeholder 5">
            <a:extLst>
              <a:ext uri="{FF2B5EF4-FFF2-40B4-BE49-F238E27FC236}">
                <a16:creationId xmlns:a16="http://schemas.microsoft.com/office/drawing/2014/main" id="{EB8420DE-03D7-60A0-82F0-0B2C24DB5D8E}"/>
              </a:ext>
            </a:extLst>
          </p:cNvPr>
          <p:cNvSpPr>
            <a:spLocks noGrp="1"/>
          </p:cNvSpPr>
          <p:nvPr>
            <p:ph type="body" sz="quarter" idx="17" hasCustomPrompt="1"/>
          </p:nvPr>
        </p:nvSpPr>
        <p:spPr>
          <a:xfrm>
            <a:off x="8282411" y="2933321"/>
            <a:ext cx="2743201" cy="1991764"/>
          </a:xfrm>
        </p:spPr>
        <p:txBody>
          <a:bodyPr>
            <a:noAutofit/>
          </a:bodyPr>
          <a:lstStyle>
            <a:lvl1pPr marL="0" indent="0" algn="ctr">
              <a:lnSpc>
                <a:spcPct val="100000"/>
              </a:lnSpc>
              <a:spcBef>
                <a:spcPts val="0"/>
              </a:spcBef>
              <a:spcAft>
                <a:spcPts val="2400"/>
              </a:spcAft>
              <a:buSzPct val="85000"/>
              <a:buFont typeface="+mj-lt"/>
              <a:buNone/>
              <a:defRPr sz="21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20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a:t>Title and Content</a:t>
            </a:r>
          </a:p>
          <a:p>
            <a:pPr lvl="1"/>
            <a:r>
              <a:rPr lang="en-US"/>
              <a:t>Second level</a:t>
            </a:r>
          </a:p>
          <a:p>
            <a:pPr lvl="2"/>
            <a:r>
              <a:rPr lang="en-US"/>
              <a:t>Third level</a:t>
            </a:r>
          </a:p>
          <a:p>
            <a:pPr lvl="3"/>
            <a:r>
              <a:rPr lang="en-US"/>
              <a:t>Fourth level</a:t>
            </a:r>
          </a:p>
          <a:p>
            <a:pPr lvl="4"/>
            <a:r>
              <a:rPr lang="en-US"/>
              <a:t>Fifth level</a:t>
            </a:r>
          </a:p>
        </p:txBody>
      </p:sp>
      <p:sp>
        <p:nvSpPr>
          <p:cNvPr id="9" name="Text Placeholder 5">
            <a:extLst>
              <a:ext uri="{FF2B5EF4-FFF2-40B4-BE49-F238E27FC236}">
                <a16:creationId xmlns:a16="http://schemas.microsoft.com/office/drawing/2014/main" id="{F8527BDA-1322-8FE8-63E6-D49E769B4E7C}"/>
              </a:ext>
            </a:extLst>
          </p:cNvPr>
          <p:cNvSpPr>
            <a:spLocks noGrp="1"/>
          </p:cNvSpPr>
          <p:nvPr>
            <p:ph type="body" sz="quarter" idx="16" hasCustomPrompt="1"/>
          </p:nvPr>
        </p:nvSpPr>
        <p:spPr>
          <a:xfrm>
            <a:off x="4724400" y="2933321"/>
            <a:ext cx="2743201" cy="1991764"/>
          </a:xfrm>
        </p:spPr>
        <p:txBody>
          <a:bodyPr>
            <a:noAutofit/>
          </a:bodyPr>
          <a:lstStyle>
            <a:lvl1pPr marL="0" indent="0" algn="ctr">
              <a:lnSpc>
                <a:spcPct val="100000"/>
              </a:lnSpc>
              <a:spcBef>
                <a:spcPts val="0"/>
              </a:spcBef>
              <a:spcAft>
                <a:spcPts val="2400"/>
              </a:spcAft>
              <a:buSzPct val="85000"/>
              <a:buFont typeface="+mj-lt"/>
              <a:buNone/>
              <a:defRPr sz="21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20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a:t>Title and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hasCustomPrompt="1"/>
          </p:nvPr>
        </p:nvSpPr>
        <p:spPr>
          <a:xfrm>
            <a:off x="1167896" y="2933321"/>
            <a:ext cx="2743201" cy="1991764"/>
          </a:xfrm>
        </p:spPr>
        <p:txBody>
          <a:bodyPr>
            <a:noAutofit/>
          </a:bodyPr>
          <a:lstStyle>
            <a:lvl1pPr marL="0" indent="0" algn="ctr">
              <a:lnSpc>
                <a:spcPct val="100000"/>
              </a:lnSpc>
              <a:spcBef>
                <a:spcPts val="0"/>
              </a:spcBef>
              <a:spcAft>
                <a:spcPts val="2400"/>
              </a:spcAft>
              <a:buSzPct val="85000"/>
              <a:buFont typeface="+mj-lt"/>
              <a:buNone/>
              <a:defRPr sz="21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20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a:t>Title and Content</a:t>
            </a:r>
          </a:p>
          <a:p>
            <a:pPr lvl="1"/>
            <a:r>
              <a:rPr lang="en-US"/>
              <a:t>Second level</a:t>
            </a:r>
          </a:p>
          <a:p>
            <a:pPr lvl="2"/>
            <a:r>
              <a:rPr lang="en-US"/>
              <a:t>Third level</a:t>
            </a:r>
          </a:p>
          <a:p>
            <a:pPr lvl="3"/>
            <a:r>
              <a:rPr lang="en-US"/>
              <a:t>Fourth level</a:t>
            </a:r>
          </a:p>
          <a:p>
            <a:pPr lvl="4"/>
            <a:r>
              <a:rPr lang="en-US"/>
              <a:t>Fifth level</a:t>
            </a:r>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11055096"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8144" cy="401017"/>
          </a:xfrm>
        </p:spPr>
        <p:txBody>
          <a:bodyPr>
            <a:noAutofit/>
          </a:bodyPr>
          <a:lstStyle>
            <a:lvl1pPr>
              <a:lnSpc>
                <a:spcPct val="80000"/>
              </a:lnSpc>
              <a:defRPr sz="3750" spc="0" baseline="0">
                <a:solidFill>
                  <a:schemeClr val="accent1"/>
                </a:solidFill>
              </a:defRPr>
            </a:lvl1pPr>
          </a:lstStyle>
          <a:p>
            <a:r>
              <a:rPr lang="en-US"/>
              <a:t>Click to edit Master title style</a:t>
            </a:r>
          </a:p>
        </p:txBody>
      </p:sp>
    </p:spTree>
    <p:extLst>
      <p:ext uri="{BB962C8B-B14F-4D97-AF65-F5344CB8AC3E}">
        <p14:creationId xmlns:p14="http://schemas.microsoft.com/office/powerpoint/2010/main" val="24729381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head, and Five Content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0" name="Text Placeholder 5">
            <a:extLst>
              <a:ext uri="{FF2B5EF4-FFF2-40B4-BE49-F238E27FC236}">
                <a16:creationId xmlns:a16="http://schemas.microsoft.com/office/drawing/2014/main" id="{EB8420DE-03D7-60A0-82F0-0B2C24DB5D8E}"/>
              </a:ext>
            </a:extLst>
          </p:cNvPr>
          <p:cNvSpPr>
            <a:spLocks noGrp="1"/>
          </p:cNvSpPr>
          <p:nvPr>
            <p:ph type="body" sz="quarter" idx="17" hasCustomPrompt="1"/>
          </p:nvPr>
        </p:nvSpPr>
        <p:spPr>
          <a:xfrm>
            <a:off x="9744546" y="2933321"/>
            <a:ext cx="1828800" cy="1991764"/>
          </a:xfrm>
        </p:spPr>
        <p:txBody>
          <a:bodyPr>
            <a:noAutofit/>
          </a:bodyPr>
          <a:lstStyle>
            <a:lvl1pPr marL="0" indent="0" algn="ctr">
              <a:lnSpc>
                <a:spcPct val="100000"/>
              </a:lnSpc>
              <a:spcBef>
                <a:spcPts val="0"/>
              </a:spcBef>
              <a:spcAft>
                <a:spcPts val="1200"/>
              </a:spcAft>
              <a:buSzPct val="85000"/>
              <a:buFont typeface="+mj-lt"/>
              <a:buNone/>
              <a:defRPr sz="18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07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a:t>Title and Content</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1EE1F5A6-3ADA-BE49-D625-0014BC92C34F}"/>
              </a:ext>
            </a:extLst>
          </p:cNvPr>
          <p:cNvSpPr>
            <a:spLocks noGrp="1"/>
          </p:cNvSpPr>
          <p:nvPr>
            <p:ph type="body" sz="quarter" idx="19" hasCustomPrompt="1"/>
          </p:nvPr>
        </p:nvSpPr>
        <p:spPr>
          <a:xfrm>
            <a:off x="7463073" y="2933321"/>
            <a:ext cx="1828800" cy="1991764"/>
          </a:xfrm>
        </p:spPr>
        <p:txBody>
          <a:bodyPr>
            <a:noAutofit/>
          </a:bodyPr>
          <a:lstStyle>
            <a:lvl1pPr marL="0" indent="0" algn="ctr">
              <a:lnSpc>
                <a:spcPct val="100000"/>
              </a:lnSpc>
              <a:spcBef>
                <a:spcPts val="0"/>
              </a:spcBef>
              <a:spcAft>
                <a:spcPts val="1200"/>
              </a:spcAft>
              <a:buSzPct val="85000"/>
              <a:buFont typeface="+mj-lt"/>
              <a:buNone/>
              <a:defRPr sz="18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07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a:t>Title and Content</a:t>
            </a:r>
          </a:p>
          <a:p>
            <a:pPr lvl="1"/>
            <a:r>
              <a:rPr lang="en-US"/>
              <a:t>Second level</a:t>
            </a:r>
          </a:p>
          <a:p>
            <a:pPr lvl="2"/>
            <a:r>
              <a:rPr lang="en-US"/>
              <a:t>Third level</a:t>
            </a:r>
          </a:p>
          <a:p>
            <a:pPr lvl="3"/>
            <a:r>
              <a:rPr lang="en-US"/>
              <a:t>Fourth level</a:t>
            </a:r>
          </a:p>
          <a:p>
            <a:pPr lvl="4"/>
            <a:r>
              <a:rPr lang="en-US"/>
              <a:t>Fifth level</a:t>
            </a:r>
          </a:p>
        </p:txBody>
      </p:sp>
      <p:sp>
        <p:nvSpPr>
          <p:cNvPr id="9" name="Text Placeholder 5">
            <a:extLst>
              <a:ext uri="{FF2B5EF4-FFF2-40B4-BE49-F238E27FC236}">
                <a16:creationId xmlns:a16="http://schemas.microsoft.com/office/drawing/2014/main" id="{F8527BDA-1322-8FE8-63E6-D49E769B4E7C}"/>
              </a:ext>
            </a:extLst>
          </p:cNvPr>
          <p:cNvSpPr>
            <a:spLocks noGrp="1"/>
          </p:cNvSpPr>
          <p:nvPr>
            <p:ph type="body" sz="quarter" idx="16" hasCustomPrompt="1"/>
          </p:nvPr>
        </p:nvSpPr>
        <p:spPr>
          <a:xfrm>
            <a:off x="5181600" y="2933321"/>
            <a:ext cx="1828800" cy="1991764"/>
          </a:xfrm>
        </p:spPr>
        <p:txBody>
          <a:bodyPr>
            <a:noAutofit/>
          </a:bodyPr>
          <a:lstStyle>
            <a:lvl1pPr marL="0" indent="0" algn="ctr">
              <a:lnSpc>
                <a:spcPct val="100000"/>
              </a:lnSpc>
              <a:spcBef>
                <a:spcPts val="0"/>
              </a:spcBef>
              <a:spcAft>
                <a:spcPts val="1200"/>
              </a:spcAft>
              <a:buSzPct val="85000"/>
              <a:buFont typeface="+mj-lt"/>
              <a:buNone/>
              <a:defRPr sz="18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07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a:t>Title and Content</a:t>
            </a:r>
          </a:p>
          <a:p>
            <a:pPr lvl="1"/>
            <a:r>
              <a:rPr lang="en-US"/>
              <a:t>Second level</a:t>
            </a:r>
          </a:p>
          <a:p>
            <a:pPr lvl="2"/>
            <a:r>
              <a:rPr lang="en-US"/>
              <a:t>Third level</a:t>
            </a:r>
          </a:p>
          <a:p>
            <a:pPr lvl="3"/>
            <a:r>
              <a:rPr lang="en-US"/>
              <a:t>Fourth level</a:t>
            </a:r>
          </a:p>
          <a:p>
            <a:pPr lvl="4"/>
            <a:r>
              <a:rPr lang="en-US"/>
              <a:t>Fifth level</a:t>
            </a:r>
          </a:p>
        </p:txBody>
      </p:sp>
      <p:sp>
        <p:nvSpPr>
          <p:cNvPr id="7" name="Text Placeholder 5">
            <a:extLst>
              <a:ext uri="{FF2B5EF4-FFF2-40B4-BE49-F238E27FC236}">
                <a16:creationId xmlns:a16="http://schemas.microsoft.com/office/drawing/2014/main" id="{A477246F-395A-AFA0-3EDE-2357796EA8CF}"/>
              </a:ext>
            </a:extLst>
          </p:cNvPr>
          <p:cNvSpPr>
            <a:spLocks noGrp="1"/>
          </p:cNvSpPr>
          <p:nvPr>
            <p:ph type="body" sz="quarter" idx="18" hasCustomPrompt="1"/>
          </p:nvPr>
        </p:nvSpPr>
        <p:spPr>
          <a:xfrm>
            <a:off x="2900125" y="2933321"/>
            <a:ext cx="1828800" cy="1991764"/>
          </a:xfrm>
        </p:spPr>
        <p:txBody>
          <a:bodyPr>
            <a:noAutofit/>
          </a:bodyPr>
          <a:lstStyle>
            <a:lvl1pPr marL="0" indent="0" algn="ctr">
              <a:lnSpc>
                <a:spcPct val="100000"/>
              </a:lnSpc>
              <a:spcBef>
                <a:spcPts val="0"/>
              </a:spcBef>
              <a:spcAft>
                <a:spcPts val="1200"/>
              </a:spcAft>
              <a:buSzPct val="85000"/>
              <a:buFont typeface="+mj-lt"/>
              <a:buNone/>
              <a:defRPr sz="18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07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a:t>Title and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hasCustomPrompt="1"/>
          </p:nvPr>
        </p:nvSpPr>
        <p:spPr>
          <a:xfrm>
            <a:off x="618652" y="2933321"/>
            <a:ext cx="1828800" cy="1991764"/>
          </a:xfrm>
        </p:spPr>
        <p:txBody>
          <a:bodyPr>
            <a:noAutofit/>
          </a:bodyPr>
          <a:lstStyle>
            <a:lvl1pPr marL="0" indent="0" algn="ctr">
              <a:lnSpc>
                <a:spcPct val="100000"/>
              </a:lnSpc>
              <a:spcBef>
                <a:spcPts val="0"/>
              </a:spcBef>
              <a:spcAft>
                <a:spcPts val="1200"/>
              </a:spcAft>
              <a:buSzPct val="85000"/>
              <a:buFont typeface="+mj-lt"/>
              <a:buNone/>
              <a:defRPr sz="1800" b="1" i="0">
                <a:solidFill>
                  <a:schemeClr val="accent1"/>
                </a:solidFill>
                <a:latin typeface="Arial Black" panose="020B0604020202020204" pitchFamily="34" charset="0"/>
              </a:defRPr>
            </a:lvl1pPr>
            <a:lvl2pPr marL="0" indent="0" algn="ctr">
              <a:lnSpc>
                <a:spcPct val="100000"/>
              </a:lnSpc>
              <a:spcBef>
                <a:spcPts val="0"/>
              </a:spcBef>
              <a:spcAft>
                <a:spcPts val="600"/>
              </a:spcAft>
              <a:buNone/>
              <a:defRPr sz="1070"/>
            </a:lvl2pPr>
            <a:lvl3pPr marL="0" indent="-91440" algn="ctr">
              <a:lnSpc>
                <a:spcPct val="100000"/>
              </a:lnSpc>
              <a:spcBef>
                <a:spcPts val="0"/>
              </a:spcBef>
              <a:spcAft>
                <a:spcPts val="600"/>
              </a:spcAft>
              <a:defRPr sz="1000"/>
            </a:lvl3pPr>
            <a:lvl4pPr marL="0" indent="-91440" algn="ctr">
              <a:lnSpc>
                <a:spcPct val="100000"/>
              </a:lnSpc>
              <a:spcBef>
                <a:spcPts val="0"/>
              </a:spcBef>
              <a:spcAft>
                <a:spcPts val="600"/>
              </a:spcAft>
              <a:defRPr sz="1000"/>
            </a:lvl4pPr>
            <a:lvl5pPr marL="0" indent="-91440" algn="ctr">
              <a:lnSpc>
                <a:spcPct val="100000"/>
              </a:lnSpc>
              <a:spcBef>
                <a:spcPts val="0"/>
              </a:spcBef>
              <a:spcAft>
                <a:spcPts val="600"/>
              </a:spcAft>
              <a:defRPr sz="1000"/>
            </a:lvl5pPr>
          </a:lstStyle>
          <a:p>
            <a:pPr lvl="0"/>
            <a:r>
              <a:rPr lang="en-US"/>
              <a:t>Title and Content</a:t>
            </a:r>
          </a:p>
          <a:p>
            <a:pPr lvl="1"/>
            <a:r>
              <a:rPr lang="en-US"/>
              <a:t>Second level</a:t>
            </a:r>
          </a:p>
          <a:p>
            <a:pPr lvl="2"/>
            <a:r>
              <a:rPr lang="en-US"/>
              <a:t>Third level</a:t>
            </a:r>
          </a:p>
          <a:p>
            <a:pPr lvl="3"/>
            <a:r>
              <a:rPr lang="en-US"/>
              <a:t>Fourth level</a:t>
            </a:r>
          </a:p>
          <a:p>
            <a:pPr lvl="4"/>
            <a:r>
              <a:rPr lang="en-US"/>
              <a:t>Fifth level</a:t>
            </a:r>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11055096"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8144" cy="401017"/>
          </a:xfrm>
        </p:spPr>
        <p:txBody>
          <a:bodyPr>
            <a:noAutofit/>
          </a:bodyPr>
          <a:lstStyle>
            <a:lvl1pPr>
              <a:lnSpc>
                <a:spcPct val="80000"/>
              </a:lnSpc>
              <a:defRPr sz="3750" spc="0" baseline="0">
                <a:solidFill>
                  <a:schemeClr val="accent1"/>
                </a:solidFill>
              </a:defRPr>
            </a:lvl1pPr>
          </a:lstStyle>
          <a:p>
            <a:r>
              <a:rPr lang="en-US"/>
              <a:t>Click to edit Master title style</a:t>
            </a:r>
          </a:p>
        </p:txBody>
      </p:sp>
    </p:spTree>
    <p:extLst>
      <p:ext uri="{BB962C8B-B14F-4D97-AF65-F5344CB8AC3E}">
        <p14:creationId xmlns:p14="http://schemas.microsoft.com/office/powerpoint/2010/main" val="3292408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head, Content and Pictur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7" name="Picture Placeholder 6">
            <a:extLst>
              <a:ext uri="{FF2B5EF4-FFF2-40B4-BE49-F238E27FC236}">
                <a16:creationId xmlns:a16="http://schemas.microsoft.com/office/drawing/2014/main" id="{17E49819-DE5F-D643-1E0B-800ECE907F4D}"/>
              </a:ext>
            </a:extLst>
          </p:cNvPr>
          <p:cNvSpPr>
            <a:spLocks noGrp="1"/>
          </p:cNvSpPr>
          <p:nvPr>
            <p:ph type="pic" sz="quarter" idx="16"/>
          </p:nvPr>
        </p:nvSpPr>
        <p:spPr>
          <a:xfrm>
            <a:off x="6805613" y="731520"/>
            <a:ext cx="4773168" cy="5468112"/>
          </a:xfrm>
          <a:solidFill>
            <a:schemeClr val="tx1">
              <a:lumMod val="10000"/>
              <a:lumOff val="90000"/>
            </a:schemeClr>
          </a:solidFill>
        </p:spPr>
        <p:txBody>
          <a:bodyPr/>
          <a:lstStyle/>
          <a:p>
            <a:endParaRPr lang="en-US"/>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p:nvPr>
        </p:nvSpPr>
        <p:spPr>
          <a:xfrm>
            <a:off x="609600" y="2244435"/>
            <a:ext cx="5936673" cy="3955197"/>
          </a:xfrm>
        </p:spPr>
        <p:txBody>
          <a:bodyPr>
            <a:noAutofit/>
          </a:bodyPr>
          <a:lstStyle>
            <a:lvl1pPr marL="0" indent="0">
              <a:lnSpc>
                <a:spcPts val="2500"/>
              </a:lnSpc>
              <a:spcBef>
                <a:spcPts val="2400"/>
              </a:spcBef>
              <a:buSzPct val="85000"/>
              <a:buFont typeface="+mj-lt"/>
              <a:buNone/>
              <a:defRPr sz="2100" b="1" i="0">
                <a:latin typeface="Arial Black" panose="020B0604020202020204" pitchFamily="34" charset="0"/>
              </a:defRPr>
            </a:lvl1pPr>
            <a:lvl2pPr marL="0" indent="0">
              <a:lnSpc>
                <a:spcPct val="100000"/>
              </a:lnSpc>
              <a:spcBef>
                <a:spcPts val="1600"/>
              </a:spcBef>
              <a:buNone/>
              <a:defRPr sz="1400"/>
            </a:lvl2pPr>
            <a:lvl3pPr marL="171450" indent="-171450">
              <a:lnSpc>
                <a:spcPct val="100000"/>
              </a:lnSpc>
              <a:spcBef>
                <a:spcPts val="1000"/>
              </a:spcBef>
              <a:buFont typeface="Arial" panose="020B0604020202020204" pitchFamily="34" charset="0"/>
              <a:buChar char="•"/>
              <a:defRPr sz="1200"/>
            </a:lvl3pPr>
            <a:lvl4pPr marL="365760" indent="-201168">
              <a:lnSpc>
                <a:spcPct val="100000"/>
              </a:lnSpc>
              <a:spcBef>
                <a:spcPts val="1000"/>
              </a:spcBef>
              <a:buFont typeface="Arial" panose="020B0604020202020204" pitchFamily="34" charset="0"/>
              <a:buChar char="–"/>
              <a:defRPr sz="1200"/>
            </a:lvl4pPr>
            <a:lvl5pPr marL="603504" indent="-171450">
              <a:lnSpc>
                <a:spcPct val="100000"/>
              </a:lnSpc>
              <a:spcBef>
                <a:spcPts val="1000"/>
              </a:spcBef>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5934832"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5936468" cy="401017"/>
          </a:xfrm>
        </p:spPr>
        <p:txBody>
          <a:bodyPr>
            <a:noAutofit/>
          </a:bodyPr>
          <a:lstStyle>
            <a:lvl1pPr>
              <a:lnSpc>
                <a:spcPct val="80000"/>
              </a:lnSpc>
              <a:defRPr sz="3750" spc="0" baseline="0">
                <a:solidFill>
                  <a:schemeClr val="accent1"/>
                </a:solidFill>
              </a:defRPr>
            </a:lvl1pPr>
          </a:lstStyle>
          <a:p>
            <a:r>
              <a:rPr lang="en-US"/>
              <a:t>Click to edit Master title style</a:t>
            </a:r>
          </a:p>
        </p:txBody>
      </p:sp>
    </p:spTree>
    <p:extLst>
      <p:ext uri="{BB962C8B-B14F-4D97-AF65-F5344CB8AC3E}">
        <p14:creationId xmlns:p14="http://schemas.microsoft.com/office/powerpoint/2010/main" val="2498875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head, Three Pictures with Capti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587343D-4A09-A24E-CBEA-19FB336DB3A1}"/>
              </a:ext>
            </a:extLst>
          </p:cNvPr>
          <p:cNvSpPr>
            <a:spLocks noGrp="1"/>
          </p:cNvSpPr>
          <p:nvPr>
            <p:ph type="pic" sz="quarter" idx="18"/>
          </p:nvPr>
        </p:nvSpPr>
        <p:spPr>
          <a:xfrm>
            <a:off x="8021367" y="1682496"/>
            <a:ext cx="3566160" cy="3291840"/>
          </a:xfrm>
          <a:solidFill>
            <a:schemeClr val="tx1">
              <a:lumMod val="10000"/>
              <a:lumOff val="90000"/>
            </a:schemeClr>
          </a:solidFill>
        </p:spPr>
        <p:txBody>
          <a:bodyPr>
            <a:normAutofit/>
          </a:bodyPr>
          <a:lstStyle>
            <a:lvl1pPr>
              <a:defRPr sz="1200"/>
            </a:lvl1pPr>
          </a:lstStyle>
          <a:p>
            <a:endParaRPr lang="en-US"/>
          </a:p>
        </p:txBody>
      </p:sp>
      <p:sp>
        <p:nvSpPr>
          <p:cNvPr id="8" name="Picture Placeholder 6">
            <a:extLst>
              <a:ext uri="{FF2B5EF4-FFF2-40B4-BE49-F238E27FC236}">
                <a16:creationId xmlns:a16="http://schemas.microsoft.com/office/drawing/2014/main" id="{32897EF5-BCD4-9038-F316-68554BB27F4D}"/>
              </a:ext>
            </a:extLst>
          </p:cNvPr>
          <p:cNvSpPr>
            <a:spLocks noGrp="1"/>
          </p:cNvSpPr>
          <p:nvPr>
            <p:ph type="pic" sz="quarter" idx="17"/>
          </p:nvPr>
        </p:nvSpPr>
        <p:spPr>
          <a:xfrm>
            <a:off x="4327398" y="1682496"/>
            <a:ext cx="3566160" cy="3291840"/>
          </a:xfrm>
          <a:solidFill>
            <a:schemeClr val="tx1">
              <a:lumMod val="10000"/>
              <a:lumOff val="90000"/>
            </a:schemeClr>
          </a:solidFill>
        </p:spPr>
        <p:txBody>
          <a:bodyPr>
            <a:normAutofit/>
          </a:bodyPr>
          <a:lstStyle>
            <a:lvl1pPr>
              <a:defRPr sz="1200"/>
            </a:lvl1pPr>
          </a:lstStyle>
          <a:p>
            <a:endParaRPr lang="en-US"/>
          </a:p>
        </p:txBody>
      </p:sp>
      <p:sp>
        <p:nvSpPr>
          <p:cNvPr id="7" name="Picture Placeholder 6">
            <a:extLst>
              <a:ext uri="{FF2B5EF4-FFF2-40B4-BE49-F238E27FC236}">
                <a16:creationId xmlns:a16="http://schemas.microsoft.com/office/drawing/2014/main" id="{17E49819-DE5F-D643-1E0B-800ECE907F4D}"/>
              </a:ext>
            </a:extLst>
          </p:cNvPr>
          <p:cNvSpPr>
            <a:spLocks noGrp="1"/>
          </p:cNvSpPr>
          <p:nvPr>
            <p:ph type="pic" sz="quarter" idx="16"/>
          </p:nvPr>
        </p:nvSpPr>
        <p:spPr>
          <a:xfrm>
            <a:off x="612648" y="1682496"/>
            <a:ext cx="3566160" cy="3291840"/>
          </a:xfrm>
          <a:solidFill>
            <a:schemeClr val="tx1">
              <a:lumMod val="10000"/>
              <a:lumOff val="90000"/>
            </a:schemeClr>
          </a:solidFill>
        </p:spPr>
        <p:txBody>
          <a:bodyPr>
            <a:normAutofit/>
          </a:bodyPr>
          <a:lstStyle>
            <a:lvl1pPr>
              <a:defRPr sz="1200"/>
            </a:lvl1pPr>
          </a:lstStyle>
          <a:p>
            <a:endParaRPr lang="en-US"/>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3" name="Text Placeholder 5">
            <a:extLst>
              <a:ext uri="{FF2B5EF4-FFF2-40B4-BE49-F238E27FC236}">
                <a16:creationId xmlns:a16="http://schemas.microsoft.com/office/drawing/2014/main" id="{29B599D9-C15D-D025-3528-0B86EF51FEAA}"/>
              </a:ext>
            </a:extLst>
          </p:cNvPr>
          <p:cNvSpPr>
            <a:spLocks noGrp="1"/>
          </p:cNvSpPr>
          <p:nvPr>
            <p:ph type="body" sz="quarter" idx="20"/>
          </p:nvPr>
        </p:nvSpPr>
        <p:spPr>
          <a:xfrm>
            <a:off x="8021367" y="5151813"/>
            <a:ext cx="3566161" cy="1155469"/>
          </a:xfrm>
        </p:spPr>
        <p:txBody>
          <a:bodyPr>
            <a:noAutofit/>
          </a:bodyPr>
          <a:lstStyle>
            <a:lvl1pPr marL="0" indent="0">
              <a:lnSpc>
                <a:spcPct val="100000"/>
              </a:lnSpc>
              <a:spcBef>
                <a:spcPts val="0"/>
              </a:spcBef>
              <a:spcAft>
                <a:spcPts val="200"/>
              </a:spcAft>
              <a:buSzPct val="85000"/>
              <a:buFont typeface="+mj-lt"/>
              <a:buNone/>
              <a:defRPr sz="1100" b="1" i="0">
                <a:latin typeface="Arial Black" panose="020B0604020202020204" pitchFamily="34" charset="0"/>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5">
            <a:extLst>
              <a:ext uri="{FF2B5EF4-FFF2-40B4-BE49-F238E27FC236}">
                <a16:creationId xmlns:a16="http://schemas.microsoft.com/office/drawing/2014/main" id="{ABC11B7C-3EEA-513E-2F4C-959780220A25}"/>
              </a:ext>
            </a:extLst>
          </p:cNvPr>
          <p:cNvSpPr>
            <a:spLocks noGrp="1"/>
          </p:cNvSpPr>
          <p:nvPr>
            <p:ph type="body" sz="quarter" idx="19"/>
          </p:nvPr>
        </p:nvSpPr>
        <p:spPr>
          <a:xfrm>
            <a:off x="4319154" y="5151813"/>
            <a:ext cx="3566161" cy="1155469"/>
          </a:xfrm>
        </p:spPr>
        <p:txBody>
          <a:bodyPr>
            <a:noAutofit/>
          </a:bodyPr>
          <a:lstStyle>
            <a:lvl1pPr marL="0" indent="0">
              <a:lnSpc>
                <a:spcPct val="100000"/>
              </a:lnSpc>
              <a:spcBef>
                <a:spcPts val="0"/>
              </a:spcBef>
              <a:spcAft>
                <a:spcPts val="200"/>
              </a:spcAft>
              <a:buSzPct val="85000"/>
              <a:buFont typeface="+mj-lt"/>
              <a:buNone/>
              <a:defRPr sz="1100" b="1" i="0">
                <a:latin typeface="Arial Black" panose="020B0604020202020204" pitchFamily="34" charset="0"/>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p:nvPr>
        </p:nvSpPr>
        <p:spPr>
          <a:xfrm>
            <a:off x="609600" y="5151813"/>
            <a:ext cx="3566161" cy="1155469"/>
          </a:xfrm>
        </p:spPr>
        <p:txBody>
          <a:bodyPr>
            <a:noAutofit/>
          </a:bodyPr>
          <a:lstStyle>
            <a:lvl1pPr marL="0" indent="0">
              <a:lnSpc>
                <a:spcPct val="100000"/>
              </a:lnSpc>
              <a:spcBef>
                <a:spcPts val="0"/>
              </a:spcBef>
              <a:spcAft>
                <a:spcPts val="200"/>
              </a:spcAft>
              <a:buSzPct val="85000"/>
              <a:buFont typeface="+mj-lt"/>
              <a:buNone/>
              <a:defRPr sz="1100" b="1" i="0">
                <a:latin typeface="Arial Black" panose="020B0604020202020204" pitchFamily="34" charset="0"/>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2">
            <a:extLst>
              <a:ext uri="{FF2B5EF4-FFF2-40B4-BE49-F238E27FC236}">
                <a16:creationId xmlns:a16="http://schemas.microsoft.com/office/drawing/2014/main" id="{964B7321-6416-B466-F640-9CA19AD0818A}"/>
              </a:ext>
            </a:extLst>
          </p:cNvPr>
          <p:cNvSpPr>
            <a:spLocks noGrp="1"/>
          </p:cNvSpPr>
          <p:nvPr>
            <p:ph type="body" sz="quarter" idx="14" hasCustomPrompt="1"/>
          </p:nvPr>
        </p:nvSpPr>
        <p:spPr>
          <a:xfrm>
            <a:off x="612649" y="1252728"/>
            <a:ext cx="5934832"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5936468" cy="401017"/>
          </a:xfrm>
        </p:spPr>
        <p:txBody>
          <a:bodyPr>
            <a:noAutofit/>
          </a:bodyPr>
          <a:lstStyle>
            <a:lvl1pPr>
              <a:lnSpc>
                <a:spcPct val="80000"/>
              </a:lnSpc>
              <a:defRPr sz="3750" spc="0" baseline="0">
                <a:solidFill>
                  <a:schemeClr val="accent1"/>
                </a:solidFill>
              </a:defRPr>
            </a:lvl1pPr>
          </a:lstStyle>
          <a:p>
            <a:r>
              <a:rPr lang="en-US"/>
              <a:t>Click to edit Master title style</a:t>
            </a:r>
          </a:p>
        </p:txBody>
      </p:sp>
    </p:spTree>
    <p:extLst>
      <p:ext uri="{BB962C8B-B14F-4D97-AF65-F5344CB8AC3E}">
        <p14:creationId xmlns:p14="http://schemas.microsoft.com/office/powerpoint/2010/main" val="33214241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Content with Two-Thirds Picture at Bottom">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7F4499E-18B9-A16B-609C-D2C1C32A2567}"/>
              </a:ext>
            </a:extLst>
          </p:cNvPr>
          <p:cNvSpPr>
            <a:spLocks noGrp="1"/>
          </p:cNvSpPr>
          <p:nvPr>
            <p:ph type="pic" sz="quarter" idx="21"/>
          </p:nvPr>
        </p:nvSpPr>
        <p:spPr>
          <a:xfrm>
            <a:off x="0" y="2300533"/>
            <a:ext cx="12192000" cy="4557467"/>
          </a:xfrm>
          <a:prstGeom prst="rect">
            <a:avLst/>
          </a:prstGeom>
          <a:solidFill>
            <a:schemeClr val="tx1">
              <a:lumMod val="10000"/>
              <a:lumOff val="90000"/>
            </a:schemeClr>
          </a:solidFill>
        </p:spPr>
        <p:txBody>
          <a:bodyPr>
            <a:normAutofit/>
          </a:bodyPr>
          <a:lstStyle>
            <a:lvl1pPr>
              <a:lnSpc>
                <a:spcPct val="100000"/>
              </a:lnSpc>
              <a:spcBef>
                <a:spcPts val="0"/>
              </a:spcBef>
              <a:defRPr sz="1800" b="0" i="0"/>
            </a:lvl1pPr>
          </a:lstStyle>
          <a:p>
            <a:endParaRPr lang="en-US"/>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6" name="Text Placeholder 5">
            <a:extLst>
              <a:ext uri="{FF2B5EF4-FFF2-40B4-BE49-F238E27FC236}">
                <a16:creationId xmlns:a16="http://schemas.microsoft.com/office/drawing/2014/main" id="{02B25BEF-FE8B-7F7B-7B62-16640958E778}"/>
              </a:ext>
            </a:extLst>
          </p:cNvPr>
          <p:cNvSpPr>
            <a:spLocks noGrp="1"/>
          </p:cNvSpPr>
          <p:nvPr>
            <p:ph type="body" sz="quarter" idx="22"/>
          </p:nvPr>
        </p:nvSpPr>
        <p:spPr>
          <a:xfrm>
            <a:off x="6096000" y="1286395"/>
            <a:ext cx="4800600" cy="822960"/>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p:nvPr>
        </p:nvSpPr>
        <p:spPr>
          <a:xfrm>
            <a:off x="609600" y="1286395"/>
            <a:ext cx="4800600" cy="822960"/>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5096" cy="401017"/>
          </a:xfrm>
        </p:spPr>
        <p:txBody>
          <a:bodyPr>
            <a:noAutofit/>
          </a:bodyPr>
          <a:lstStyle>
            <a:lvl1pPr>
              <a:lnSpc>
                <a:spcPct val="80000"/>
              </a:lnSpc>
              <a:defRPr sz="3750" spc="0" baseline="0">
                <a:solidFill>
                  <a:schemeClr val="accent1"/>
                </a:solidFill>
              </a:defRPr>
            </a:lvl1pPr>
          </a:lstStyle>
          <a:p>
            <a:r>
              <a:rPr lang="en-US"/>
              <a:t>Click to edit Master title style</a:t>
            </a:r>
          </a:p>
        </p:txBody>
      </p:sp>
      <p:pic>
        <p:nvPicPr>
          <p:cNvPr id="5" name="Graphic 4" descr="Lilly Logo">
            <a:extLst>
              <a:ext uri="{FF2B5EF4-FFF2-40B4-BE49-F238E27FC236}">
                <a16:creationId xmlns:a16="http://schemas.microsoft.com/office/drawing/2014/main" id="{92C5B6E1-F8E2-14AF-DE71-06AF744145B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216822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ive Column Project Roadmap with Picture">
    <p:spTree>
      <p:nvGrpSpPr>
        <p:cNvPr id="1" name=""/>
        <p:cNvGrpSpPr/>
        <p:nvPr/>
      </p:nvGrpSpPr>
      <p:grpSpPr>
        <a:xfrm>
          <a:off x="0" y="0"/>
          <a:ext cx="0" cy="0"/>
          <a:chOff x="0" y="0"/>
          <a:chExt cx="0" cy="0"/>
        </a:xfrm>
      </p:grpSpPr>
      <p:sp>
        <p:nvSpPr>
          <p:cNvPr id="20" name="Picture Placeholder 5">
            <a:extLst>
              <a:ext uri="{FF2B5EF4-FFF2-40B4-BE49-F238E27FC236}">
                <a16:creationId xmlns:a16="http://schemas.microsoft.com/office/drawing/2014/main" id="{BE69A92F-BF46-D19D-FB31-9E9CADD36691}"/>
              </a:ext>
            </a:extLst>
          </p:cNvPr>
          <p:cNvSpPr>
            <a:spLocks noGrp="1"/>
          </p:cNvSpPr>
          <p:nvPr>
            <p:ph type="pic" sz="quarter" idx="21"/>
          </p:nvPr>
        </p:nvSpPr>
        <p:spPr>
          <a:xfrm>
            <a:off x="0" y="4562856"/>
            <a:ext cx="12188952" cy="2295144"/>
          </a:xfrm>
          <a:prstGeom prst="rect">
            <a:avLst/>
          </a:prstGeom>
          <a:solidFill>
            <a:schemeClr val="tx1">
              <a:lumMod val="10000"/>
              <a:lumOff val="90000"/>
            </a:schemeClr>
          </a:solidFill>
        </p:spPr>
        <p:txBody>
          <a:bodyPr>
            <a:normAutofit/>
          </a:bodyPr>
          <a:lstStyle>
            <a:lvl1pPr>
              <a:lnSpc>
                <a:spcPct val="100000"/>
              </a:lnSpc>
              <a:spcBef>
                <a:spcPts val="0"/>
              </a:spcBef>
              <a:defRPr sz="1800" b="0" i="0"/>
            </a:lvl1pPr>
          </a:lstStyle>
          <a:p>
            <a:endParaRPr lang="en-US"/>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19" name="Text Placeholder 5">
            <a:extLst>
              <a:ext uri="{FF2B5EF4-FFF2-40B4-BE49-F238E27FC236}">
                <a16:creationId xmlns:a16="http://schemas.microsoft.com/office/drawing/2014/main" id="{75CD93E6-CB90-01E5-9A8B-451BFA27342C}"/>
              </a:ext>
            </a:extLst>
          </p:cNvPr>
          <p:cNvSpPr>
            <a:spLocks noGrp="1"/>
          </p:cNvSpPr>
          <p:nvPr>
            <p:ph type="body" sz="quarter" idx="31"/>
          </p:nvPr>
        </p:nvSpPr>
        <p:spPr>
          <a:xfrm>
            <a:off x="10058400" y="3247415"/>
            <a:ext cx="1828800" cy="1064812"/>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5">
            <a:extLst>
              <a:ext uri="{FF2B5EF4-FFF2-40B4-BE49-F238E27FC236}">
                <a16:creationId xmlns:a16="http://schemas.microsoft.com/office/drawing/2014/main" id="{5917F8ED-B5BB-ED8F-A961-BAA83888FA3B}"/>
              </a:ext>
            </a:extLst>
          </p:cNvPr>
          <p:cNvSpPr>
            <a:spLocks noGrp="1"/>
          </p:cNvSpPr>
          <p:nvPr>
            <p:ph type="body" sz="quarter" idx="30"/>
          </p:nvPr>
        </p:nvSpPr>
        <p:spPr>
          <a:xfrm>
            <a:off x="10058400" y="2109355"/>
            <a:ext cx="1828800" cy="716972"/>
          </a:xfrm>
        </p:spPr>
        <p:txBody>
          <a:bodyPr>
            <a:noAutofit/>
          </a:bodyPr>
          <a:lstStyle>
            <a:lvl1pPr marL="0" indent="0">
              <a:lnSpc>
                <a:spcPct val="100000"/>
              </a:lnSpc>
              <a:spcBef>
                <a:spcPts val="0"/>
              </a:spcBef>
              <a:spcAft>
                <a:spcPts val="0"/>
              </a:spcAft>
              <a:buSzPct val="85000"/>
              <a:buFont typeface="+mj-lt"/>
              <a:buNone/>
              <a:defRPr sz="2000" b="0" i="0" cap="all" baseline="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p:txBody>
      </p:sp>
      <p:sp>
        <p:nvSpPr>
          <p:cNvPr id="17" name="Text Placeholder 5">
            <a:extLst>
              <a:ext uri="{FF2B5EF4-FFF2-40B4-BE49-F238E27FC236}">
                <a16:creationId xmlns:a16="http://schemas.microsoft.com/office/drawing/2014/main" id="{9FE754E7-6007-6AAC-B143-3D1B63307298}"/>
              </a:ext>
            </a:extLst>
          </p:cNvPr>
          <p:cNvSpPr>
            <a:spLocks noGrp="1"/>
          </p:cNvSpPr>
          <p:nvPr>
            <p:ph type="body" sz="quarter" idx="29"/>
          </p:nvPr>
        </p:nvSpPr>
        <p:spPr>
          <a:xfrm>
            <a:off x="7696199" y="3247415"/>
            <a:ext cx="1828800" cy="1064812"/>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0020E300-0A87-9A83-7272-C0CFC1A1FC13}"/>
              </a:ext>
            </a:extLst>
          </p:cNvPr>
          <p:cNvSpPr>
            <a:spLocks noGrp="1"/>
          </p:cNvSpPr>
          <p:nvPr>
            <p:ph type="body" sz="quarter" idx="28"/>
          </p:nvPr>
        </p:nvSpPr>
        <p:spPr>
          <a:xfrm>
            <a:off x="7696199" y="2109355"/>
            <a:ext cx="1828800" cy="716972"/>
          </a:xfrm>
        </p:spPr>
        <p:txBody>
          <a:bodyPr>
            <a:noAutofit/>
          </a:bodyPr>
          <a:lstStyle>
            <a:lvl1pPr marL="0" indent="0">
              <a:lnSpc>
                <a:spcPct val="100000"/>
              </a:lnSpc>
              <a:spcBef>
                <a:spcPts val="0"/>
              </a:spcBef>
              <a:spcAft>
                <a:spcPts val="0"/>
              </a:spcAft>
              <a:buSzPct val="85000"/>
              <a:buFont typeface="+mj-lt"/>
              <a:buNone/>
              <a:defRPr sz="2000" b="0" i="0" cap="all" baseline="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p:txBody>
      </p:sp>
      <p:sp>
        <p:nvSpPr>
          <p:cNvPr id="12" name="Text Placeholder 5">
            <a:extLst>
              <a:ext uri="{FF2B5EF4-FFF2-40B4-BE49-F238E27FC236}">
                <a16:creationId xmlns:a16="http://schemas.microsoft.com/office/drawing/2014/main" id="{9CDCE9B1-0A05-C785-E154-470B5C28D283}"/>
              </a:ext>
            </a:extLst>
          </p:cNvPr>
          <p:cNvSpPr>
            <a:spLocks noGrp="1"/>
          </p:cNvSpPr>
          <p:nvPr>
            <p:ph type="body" sz="quarter" idx="27"/>
          </p:nvPr>
        </p:nvSpPr>
        <p:spPr>
          <a:xfrm>
            <a:off x="5333999" y="3247415"/>
            <a:ext cx="1828800" cy="1064812"/>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5">
            <a:extLst>
              <a:ext uri="{FF2B5EF4-FFF2-40B4-BE49-F238E27FC236}">
                <a16:creationId xmlns:a16="http://schemas.microsoft.com/office/drawing/2014/main" id="{16D9EB45-577A-007D-B12D-F6F4F409A908}"/>
              </a:ext>
            </a:extLst>
          </p:cNvPr>
          <p:cNvSpPr>
            <a:spLocks noGrp="1"/>
          </p:cNvSpPr>
          <p:nvPr>
            <p:ph type="body" sz="quarter" idx="26"/>
          </p:nvPr>
        </p:nvSpPr>
        <p:spPr>
          <a:xfrm>
            <a:off x="5333999" y="2109355"/>
            <a:ext cx="1828800" cy="716972"/>
          </a:xfrm>
        </p:spPr>
        <p:txBody>
          <a:bodyPr>
            <a:noAutofit/>
          </a:bodyPr>
          <a:lstStyle>
            <a:lvl1pPr marL="0" indent="0">
              <a:lnSpc>
                <a:spcPct val="100000"/>
              </a:lnSpc>
              <a:spcBef>
                <a:spcPts val="0"/>
              </a:spcBef>
              <a:spcAft>
                <a:spcPts val="0"/>
              </a:spcAft>
              <a:buSzPct val="85000"/>
              <a:buFont typeface="+mj-lt"/>
              <a:buNone/>
              <a:defRPr sz="2000" b="0" i="0" cap="all" baseline="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p:txBody>
      </p:sp>
      <p:sp>
        <p:nvSpPr>
          <p:cNvPr id="10" name="Text Placeholder 5">
            <a:extLst>
              <a:ext uri="{FF2B5EF4-FFF2-40B4-BE49-F238E27FC236}">
                <a16:creationId xmlns:a16="http://schemas.microsoft.com/office/drawing/2014/main" id="{109DD7F2-B760-88CF-F985-808A56448637}"/>
              </a:ext>
            </a:extLst>
          </p:cNvPr>
          <p:cNvSpPr>
            <a:spLocks noGrp="1"/>
          </p:cNvSpPr>
          <p:nvPr>
            <p:ph type="body" sz="quarter" idx="25"/>
          </p:nvPr>
        </p:nvSpPr>
        <p:spPr>
          <a:xfrm>
            <a:off x="2971799" y="3247415"/>
            <a:ext cx="1828800" cy="1064812"/>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5">
            <a:extLst>
              <a:ext uri="{FF2B5EF4-FFF2-40B4-BE49-F238E27FC236}">
                <a16:creationId xmlns:a16="http://schemas.microsoft.com/office/drawing/2014/main" id="{A63D31A1-DBF6-3FF3-736C-F6B8D144E05E}"/>
              </a:ext>
            </a:extLst>
          </p:cNvPr>
          <p:cNvSpPr>
            <a:spLocks noGrp="1"/>
          </p:cNvSpPr>
          <p:nvPr>
            <p:ph type="body" sz="quarter" idx="24"/>
          </p:nvPr>
        </p:nvSpPr>
        <p:spPr>
          <a:xfrm>
            <a:off x="2971799" y="2109355"/>
            <a:ext cx="1828800" cy="716972"/>
          </a:xfrm>
        </p:spPr>
        <p:txBody>
          <a:bodyPr>
            <a:noAutofit/>
          </a:bodyPr>
          <a:lstStyle>
            <a:lvl1pPr marL="0" indent="0">
              <a:lnSpc>
                <a:spcPct val="100000"/>
              </a:lnSpc>
              <a:spcBef>
                <a:spcPts val="0"/>
              </a:spcBef>
              <a:spcAft>
                <a:spcPts val="0"/>
              </a:spcAft>
              <a:buSzPct val="85000"/>
              <a:buFont typeface="+mj-lt"/>
              <a:buNone/>
              <a:defRPr sz="2000" b="0" i="0" cap="all" baseline="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p:txBody>
      </p:sp>
      <p:sp>
        <p:nvSpPr>
          <p:cNvPr id="8" name="Text Placeholder 5">
            <a:extLst>
              <a:ext uri="{FF2B5EF4-FFF2-40B4-BE49-F238E27FC236}">
                <a16:creationId xmlns:a16="http://schemas.microsoft.com/office/drawing/2014/main" id="{33802A39-2694-3FE6-A205-6A96F67E7A6F}"/>
              </a:ext>
            </a:extLst>
          </p:cNvPr>
          <p:cNvSpPr>
            <a:spLocks noGrp="1"/>
          </p:cNvSpPr>
          <p:nvPr>
            <p:ph type="body" sz="quarter" idx="23"/>
          </p:nvPr>
        </p:nvSpPr>
        <p:spPr>
          <a:xfrm>
            <a:off x="609599" y="3247415"/>
            <a:ext cx="1828800" cy="1064812"/>
          </a:xfrm>
        </p:spPr>
        <p:txBody>
          <a:bodyPr>
            <a:noAutofit/>
          </a:bodyPr>
          <a:lstStyle>
            <a:lvl1pPr marL="0" indent="0">
              <a:lnSpc>
                <a:spcPct val="100000"/>
              </a:lnSpc>
              <a:spcBef>
                <a:spcPts val="0"/>
              </a:spcBef>
              <a:spcAft>
                <a:spcPts val="200"/>
              </a:spcAft>
              <a:buSzPct val="85000"/>
              <a:buFont typeface="+mj-lt"/>
              <a:buNone/>
              <a:defRPr sz="1100" b="0" i="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5">
            <a:extLst>
              <a:ext uri="{FF2B5EF4-FFF2-40B4-BE49-F238E27FC236}">
                <a16:creationId xmlns:a16="http://schemas.microsoft.com/office/drawing/2014/main" id="{31C952C2-14D6-8AB3-0F8F-F7BC48D1E9A8}"/>
              </a:ext>
            </a:extLst>
          </p:cNvPr>
          <p:cNvSpPr>
            <a:spLocks noGrp="1"/>
          </p:cNvSpPr>
          <p:nvPr>
            <p:ph type="body" sz="quarter" idx="15"/>
          </p:nvPr>
        </p:nvSpPr>
        <p:spPr>
          <a:xfrm>
            <a:off x="609599" y="2109355"/>
            <a:ext cx="1828800" cy="716972"/>
          </a:xfrm>
        </p:spPr>
        <p:txBody>
          <a:bodyPr>
            <a:noAutofit/>
          </a:bodyPr>
          <a:lstStyle>
            <a:lvl1pPr marL="0" indent="0">
              <a:lnSpc>
                <a:spcPct val="100000"/>
              </a:lnSpc>
              <a:spcBef>
                <a:spcPts val="0"/>
              </a:spcBef>
              <a:spcAft>
                <a:spcPts val="0"/>
              </a:spcAft>
              <a:buSzPct val="85000"/>
              <a:buFont typeface="+mj-lt"/>
              <a:buNone/>
              <a:defRPr sz="2000" b="0" i="0" cap="all" baseline="0">
                <a:latin typeface="+mn-lt"/>
              </a:defRPr>
            </a:lvl1pPr>
            <a:lvl2pPr marL="0" indent="0">
              <a:lnSpc>
                <a:spcPct val="100000"/>
              </a:lnSpc>
              <a:spcBef>
                <a:spcPts val="0"/>
              </a:spcBef>
              <a:spcAft>
                <a:spcPts val="200"/>
              </a:spcAft>
              <a:buNone/>
              <a:defRPr sz="1100"/>
            </a:lvl2pPr>
            <a:lvl3pPr marL="171450" indent="-171450">
              <a:lnSpc>
                <a:spcPct val="100000"/>
              </a:lnSpc>
              <a:spcBef>
                <a:spcPts val="0"/>
              </a:spcBef>
              <a:spcAft>
                <a:spcPts val="200"/>
              </a:spcAft>
              <a:buFont typeface="Arial" panose="020B0604020202020204" pitchFamily="34" charset="0"/>
              <a:buChar char="•"/>
              <a:defRPr sz="1100"/>
            </a:lvl3pPr>
            <a:lvl4pPr marL="365760" indent="-201168">
              <a:lnSpc>
                <a:spcPct val="100000"/>
              </a:lnSpc>
              <a:spcBef>
                <a:spcPts val="0"/>
              </a:spcBef>
              <a:spcAft>
                <a:spcPts val="200"/>
              </a:spcAft>
              <a:buFont typeface="Arial" panose="020B0604020202020204" pitchFamily="34" charset="0"/>
              <a:buChar char="–"/>
              <a:defRPr sz="1100"/>
            </a:lvl4pPr>
            <a:lvl5pPr marL="603504" indent="-171450">
              <a:lnSpc>
                <a:spcPct val="100000"/>
              </a:lnSpc>
              <a:spcBef>
                <a:spcPts val="0"/>
              </a:spcBef>
              <a:spcAft>
                <a:spcPts val="200"/>
              </a:spcAft>
              <a:buFont typeface="Arial" panose="020B0604020202020204" pitchFamily="34" charset="0"/>
              <a:buChar char="•"/>
              <a:defRPr sz="1100"/>
            </a:lvl5pPr>
          </a:lstStyle>
          <a:p>
            <a:pPr lvl="0"/>
            <a:r>
              <a:rPr lang="en-US"/>
              <a:t>Click to edit Master text styles</a:t>
            </a:r>
          </a:p>
        </p:txBody>
      </p:sp>
      <p:sp>
        <p:nvSpPr>
          <p:cNvPr id="21" name="Text Placeholder 12">
            <a:extLst>
              <a:ext uri="{FF2B5EF4-FFF2-40B4-BE49-F238E27FC236}">
                <a16:creationId xmlns:a16="http://schemas.microsoft.com/office/drawing/2014/main" id="{3CE04DB0-E585-31E2-5808-8A44EED4EB80}"/>
              </a:ext>
            </a:extLst>
          </p:cNvPr>
          <p:cNvSpPr>
            <a:spLocks noGrp="1"/>
          </p:cNvSpPr>
          <p:nvPr>
            <p:ph type="body" sz="quarter" idx="14" hasCustomPrompt="1"/>
          </p:nvPr>
        </p:nvSpPr>
        <p:spPr>
          <a:xfrm>
            <a:off x="612649" y="1252728"/>
            <a:ext cx="5934832"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5096" cy="401017"/>
          </a:xfrm>
        </p:spPr>
        <p:txBody>
          <a:bodyPr>
            <a:noAutofit/>
          </a:bodyPr>
          <a:lstStyle>
            <a:lvl1pPr>
              <a:lnSpc>
                <a:spcPct val="80000"/>
              </a:lnSpc>
              <a:defRPr sz="3750" spc="0" baseline="0">
                <a:solidFill>
                  <a:schemeClr val="accent1"/>
                </a:solidFill>
              </a:defRPr>
            </a:lvl1pPr>
          </a:lstStyle>
          <a:p>
            <a:r>
              <a:rPr lang="en-US"/>
              <a:t>Click to edit Master title style</a:t>
            </a:r>
          </a:p>
        </p:txBody>
      </p:sp>
      <p:pic>
        <p:nvPicPr>
          <p:cNvPr id="6" name="Graphic 5" descr="Lilly Logo">
            <a:extLst>
              <a:ext uri="{FF2B5EF4-FFF2-40B4-BE49-F238E27FC236}">
                <a16:creationId xmlns:a16="http://schemas.microsoft.com/office/drawing/2014/main" id="{74806588-37FF-F357-0603-1FDF07A5F87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6936461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meline with One-Third Page Picture">
    <p:spTree>
      <p:nvGrpSpPr>
        <p:cNvPr id="1" name=""/>
        <p:cNvGrpSpPr/>
        <p:nvPr/>
      </p:nvGrpSpPr>
      <p:grpSpPr>
        <a:xfrm>
          <a:off x="0" y="0"/>
          <a:ext cx="0" cy="0"/>
          <a:chOff x="0" y="0"/>
          <a:chExt cx="0" cy="0"/>
        </a:xfrm>
      </p:grpSpPr>
      <p:sp>
        <p:nvSpPr>
          <p:cNvPr id="20" name="Picture Placeholder 5">
            <a:extLst>
              <a:ext uri="{FF2B5EF4-FFF2-40B4-BE49-F238E27FC236}">
                <a16:creationId xmlns:a16="http://schemas.microsoft.com/office/drawing/2014/main" id="{BE69A92F-BF46-D19D-FB31-9E9CADD36691}"/>
              </a:ext>
            </a:extLst>
          </p:cNvPr>
          <p:cNvSpPr>
            <a:spLocks noGrp="1"/>
          </p:cNvSpPr>
          <p:nvPr>
            <p:ph type="pic" sz="quarter" idx="21"/>
          </p:nvPr>
        </p:nvSpPr>
        <p:spPr>
          <a:xfrm>
            <a:off x="0" y="4562856"/>
            <a:ext cx="12188952" cy="2295144"/>
          </a:xfrm>
          <a:prstGeom prst="rect">
            <a:avLst/>
          </a:prstGeom>
          <a:solidFill>
            <a:schemeClr val="tx1">
              <a:lumMod val="10000"/>
              <a:lumOff val="90000"/>
            </a:schemeClr>
          </a:solidFill>
        </p:spPr>
        <p:txBody>
          <a:bodyPr>
            <a:normAutofit/>
          </a:bodyPr>
          <a:lstStyle>
            <a:lvl1pPr>
              <a:lnSpc>
                <a:spcPct val="100000"/>
              </a:lnSpc>
              <a:spcBef>
                <a:spcPts val="0"/>
              </a:spcBef>
              <a:defRPr sz="1800" b="0" i="0"/>
            </a:lvl1pPr>
          </a:lstStyle>
          <a:p>
            <a:endParaRPr lang="en-US"/>
          </a:p>
        </p:txBody>
      </p:sp>
      <p:sp>
        <p:nvSpPr>
          <p:cNvPr id="3" name="Footer Placeholder 2">
            <a:extLst>
              <a:ext uri="{FF2B5EF4-FFF2-40B4-BE49-F238E27FC236}">
                <a16:creationId xmlns:a16="http://schemas.microsoft.com/office/drawing/2014/main" id="{C18E767E-699E-1B05-21A9-036BCB788343}"/>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4CA55A6-733B-9ECD-69EC-C1CDD2C5163F}"/>
              </a:ext>
            </a:extLst>
          </p:cNvPr>
          <p:cNvSpPr>
            <a:spLocks noGrp="1"/>
          </p:cNvSpPr>
          <p:nvPr>
            <p:ph type="sldNum" sz="quarter" idx="11"/>
          </p:nvPr>
        </p:nvSpPr>
        <p:spPr/>
        <p:txBody>
          <a:bodyPr/>
          <a:lstStyle/>
          <a:p>
            <a:fld id="{48135D20-C3A1-FF4C-B4DB-BE449A9B144D}" type="slidenum">
              <a:t>‹#›</a:t>
            </a:fld>
            <a:endParaRPr lang="en-US"/>
          </a:p>
        </p:txBody>
      </p:sp>
      <p:sp>
        <p:nvSpPr>
          <p:cNvPr id="23" name="Text Placeholder 5">
            <a:extLst>
              <a:ext uri="{FF2B5EF4-FFF2-40B4-BE49-F238E27FC236}">
                <a16:creationId xmlns:a16="http://schemas.microsoft.com/office/drawing/2014/main" id="{2A82CEBD-1744-E344-DBEA-F69413D73A1F}"/>
              </a:ext>
            </a:extLst>
          </p:cNvPr>
          <p:cNvSpPr>
            <a:spLocks noGrp="1"/>
          </p:cNvSpPr>
          <p:nvPr>
            <p:ph type="body" sz="quarter" idx="35" hasCustomPrompt="1"/>
          </p:nvPr>
        </p:nvSpPr>
        <p:spPr>
          <a:xfrm>
            <a:off x="10058400" y="2628899"/>
            <a:ext cx="1828800" cy="1620982"/>
          </a:xfrm>
        </p:spPr>
        <p:txBody>
          <a:bodyPr>
            <a:noAutofit/>
          </a:bodyPr>
          <a:lstStyle>
            <a:lvl1pPr marL="0" indent="0">
              <a:lnSpc>
                <a:spcPct val="90000"/>
              </a:lnSpc>
              <a:spcBef>
                <a:spcPts val="0"/>
              </a:spcBef>
              <a:spcAft>
                <a:spcPts val="0"/>
              </a:spcAft>
              <a:buSzPct val="85000"/>
              <a:buFont typeface="+mj-lt"/>
              <a:buNone/>
              <a:defRPr sz="2000" b="1" i="0" kern="100" cap="all" baseline="0">
                <a:latin typeface="Arial Black" panose="020B0604020202020204" pitchFamily="34" charset="0"/>
              </a:defRPr>
            </a:lvl1pPr>
            <a:lvl2pPr marL="0" indent="0">
              <a:lnSpc>
                <a:spcPct val="100000"/>
              </a:lnSpc>
              <a:spcBef>
                <a:spcPts val="100"/>
              </a:spcBef>
              <a:spcAft>
                <a:spcPts val="0"/>
              </a:spcAft>
              <a:buNone/>
              <a:defRPr sz="1100"/>
            </a:lvl2pPr>
            <a:lvl3pPr marL="137160" indent="-91440">
              <a:lnSpc>
                <a:spcPct val="100000"/>
              </a:lnSpc>
              <a:spcBef>
                <a:spcPts val="0"/>
              </a:spcBef>
              <a:spcAft>
                <a:spcPts val="200"/>
              </a:spcAft>
              <a:buFont typeface="Arial" panose="020B0604020202020204" pitchFamily="34" charset="0"/>
              <a:buChar char="•"/>
              <a:defRPr sz="1100"/>
            </a:lvl3pPr>
            <a:lvl4pPr marL="274320" indent="-137160">
              <a:lnSpc>
                <a:spcPct val="100000"/>
              </a:lnSpc>
              <a:spcBef>
                <a:spcPts val="0"/>
              </a:spcBef>
              <a:spcAft>
                <a:spcPts val="200"/>
              </a:spcAft>
              <a:buFont typeface="Arial" panose="020B0604020202020204" pitchFamily="34" charset="0"/>
              <a:buChar char="–"/>
              <a:defRPr sz="1100"/>
            </a:lvl4pPr>
            <a:lvl5pPr marL="411480" indent="-137160">
              <a:lnSpc>
                <a:spcPct val="100000"/>
              </a:lnSpc>
              <a:spcBef>
                <a:spcPts val="0"/>
              </a:spcBef>
              <a:spcAft>
                <a:spcPts val="200"/>
              </a:spcAft>
              <a:buFont typeface="Arial" panose="020B0604020202020204" pitchFamily="34" charset="0"/>
              <a:buChar char="•"/>
              <a:defRPr sz="1100"/>
            </a:lvl5pPr>
          </a:lstStyle>
          <a:p>
            <a:pPr lvl="0"/>
            <a:r>
              <a:rPr lang="en-US"/>
              <a:t>Timeline</a:t>
            </a:r>
          </a:p>
          <a:p>
            <a:pPr lvl="1"/>
            <a:r>
              <a:rPr lang="en-US"/>
              <a:t>Second level</a:t>
            </a:r>
          </a:p>
          <a:p>
            <a:pPr lvl="2"/>
            <a:r>
              <a:rPr lang="en-US"/>
              <a:t>Third level</a:t>
            </a:r>
          </a:p>
          <a:p>
            <a:pPr lvl="3"/>
            <a:r>
              <a:rPr lang="en-US"/>
              <a:t>Fourth level</a:t>
            </a:r>
          </a:p>
          <a:p>
            <a:pPr lvl="4"/>
            <a:r>
              <a:rPr lang="en-US"/>
              <a:t>Fifth level</a:t>
            </a:r>
          </a:p>
        </p:txBody>
      </p:sp>
      <p:sp>
        <p:nvSpPr>
          <p:cNvPr id="22" name="Text Placeholder 5">
            <a:extLst>
              <a:ext uri="{FF2B5EF4-FFF2-40B4-BE49-F238E27FC236}">
                <a16:creationId xmlns:a16="http://schemas.microsoft.com/office/drawing/2014/main" id="{50877BAC-EBBE-213D-4F2F-285BF90FD042}"/>
              </a:ext>
            </a:extLst>
          </p:cNvPr>
          <p:cNvSpPr>
            <a:spLocks noGrp="1"/>
          </p:cNvSpPr>
          <p:nvPr>
            <p:ph type="body" sz="quarter" idx="34" hasCustomPrompt="1"/>
          </p:nvPr>
        </p:nvSpPr>
        <p:spPr>
          <a:xfrm>
            <a:off x="7696962" y="2628899"/>
            <a:ext cx="1828800" cy="1620982"/>
          </a:xfrm>
        </p:spPr>
        <p:txBody>
          <a:bodyPr>
            <a:noAutofit/>
          </a:bodyPr>
          <a:lstStyle>
            <a:lvl1pPr marL="0" indent="0">
              <a:lnSpc>
                <a:spcPct val="90000"/>
              </a:lnSpc>
              <a:spcBef>
                <a:spcPts val="0"/>
              </a:spcBef>
              <a:spcAft>
                <a:spcPts val="0"/>
              </a:spcAft>
              <a:buSzPct val="85000"/>
              <a:buFont typeface="+mj-lt"/>
              <a:buNone/>
              <a:defRPr sz="2000" b="1" i="0" kern="100" cap="all" baseline="0">
                <a:latin typeface="Arial Black" panose="020B0604020202020204" pitchFamily="34" charset="0"/>
              </a:defRPr>
            </a:lvl1pPr>
            <a:lvl2pPr marL="0" indent="0">
              <a:lnSpc>
                <a:spcPct val="100000"/>
              </a:lnSpc>
              <a:spcBef>
                <a:spcPts val="100"/>
              </a:spcBef>
              <a:spcAft>
                <a:spcPts val="0"/>
              </a:spcAft>
              <a:buNone/>
              <a:defRPr sz="1100"/>
            </a:lvl2pPr>
            <a:lvl3pPr marL="137160" indent="-91440">
              <a:lnSpc>
                <a:spcPct val="100000"/>
              </a:lnSpc>
              <a:spcBef>
                <a:spcPts val="0"/>
              </a:spcBef>
              <a:spcAft>
                <a:spcPts val="200"/>
              </a:spcAft>
              <a:buFont typeface="Arial" panose="020B0604020202020204" pitchFamily="34" charset="0"/>
              <a:buChar char="•"/>
              <a:defRPr sz="1100"/>
            </a:lvl3pPr>
            <a:lvl4pPr marL="274320" indent="-137160">
              <a:lnSpc>
                <a:spcPct val="100000"/>
              </a:lnSpc>
              <a:spcBef>
                <a:spcPts val="0"/>
              </a:spcBef>
              <a:spcAft>
                <a:spcPts val="200"/>
              </a:spcAft>
              <a:buFont typeface="Arial" panose="020B0604020202020204" pitchFamily="34" charset="0"/>
              <a:buChar char="–"/>
              <a:defRPr sz="1100"/>
            </a:lvl4pPr>
            <a:lvl5pPr marL="411480" indent="-137160">
              <a:lnSpc>
                <a:spcPct val="100000"/>
              </a:lnSpc>
              <a:spcBef>
                <a:spcPts val="0"/>
              </a:spcBef>
              <a:spcAft>
                <a:spcPts val="200"/>
              </a:spcAft>
              <a:buFont typeface="Arial" panose="020B0604020202020204" pitchFamily="34" charset="0"/>
              <a:buChar char="•"/>
              <a:defRPr sz="1100"/>
            </a:lvl5pPr>
          </a:lstStyle>
          <a:p>
            <a:pPr lvl="0"/>
            <a:r>
              <a:rPr lang="en-US"/>
              <a:t>Timeline</a:t>
            </a:r>
          </a:p>
          <a:p>
            <a:pPr lvl="1"/>
            <a:r>
              <a:rPr lang="en-US"/>
              <a:t>Second level</a:t>
            </a:r>
          </a:p>
          <a:p>
            <a:pPr lvl="2"/>
            <a:r>
              <a:rPr lang="en-US"/>
              <a:t>Third level</a:t>
            </a:r>
          </a:p>
          <a:p>
            <a:pPr lvl="3"/>
            <a:r>
              <a:rPr lang="en-US"/>
              <a:t>Fourth level</a:t>
            </a:r>
          </a:p>
          <a:p>
            <a:pPr lvl="4"/>
            <a:r>
              <a:rPr lang="en-US"/>
              <a:t>Fifth level</a:t>
            </a:r>
          </a:p>
        </p:txBody>
      </p:sp>
      <p:sp>
        <p:nvSpPr>
          <p:cNvPr id="16" name="Text Placeholder 5">
            <a:extLst>
              <a:ext uri="{FF2B5EF4-FFF2-40B4-BE49-F238E27FC236}">
                <a16:creationId xmlns:a16="http://schemas.microsoft.com/office/drawing/2014/main" id="{E94B9FA3-08E2-A7DE-9BEA-CD65E1A64D57}"/>
              </a:ext>
            </a:extLst>
          </p:cNvPr>
          <p:cNvSpPr>
            <a:spLocks noGrp="1"/>
          </p:cNvSpPr>
          <p:nvPr>
            <p:ph type="body" sz="quarter" idx="33" hasCustomPrompt="1"/>
          </p:nvPr>
        </p:nvSpPr>
        <p:spPr>
          <a:xfrm>
            <a:off x="5335524" y="2628899"/>
            <a:ext cx="1828800" cy="1620982"/>
          </a:xfrm>
        </p:spPr>
        <p:txBody>
          <a:bodyPr>
            <a:noAutofit/>
          </a:bodyPr>
          <a:lstStyle>
            <a:lvl1pPr marL="0" indent="0">
              <a:lnSpc>
                <a:spcPct val="90000"/>
              </a:lnSpc>
              <a:spcBef>
                <a:spcPts val="0"/>
              </a:spcBef>
              <a:spcAft>
                <a:spcPts val="0"/>
              </a:spcAft>
              <a:buSzPct val="85000"/>
              <a:buFont typeface="+mj-lt"/>
              <a:buNone/>
              <a:defRPr sz="2000" b="1" i="0" kern="100" cap="all" baseline="0">
                <a:latin typeface="Arial Black" panose="020B0604020202020204" pitchFamily="34" charset="0"/>
              </a:defRPr>
            </a:lvl1pPr>
            <a:lvl2pPr marL="0" indent="0">
              <a:lnSpc>
                <a:spcPct val="100000"/>
              </a:lnSpc>
              <a:spcBef>
                <a:spcPts val="100"/>
              </a:spcBef>
              <a:spcAft>
                <a:spcPts val="0"/>
              </a:spcAft>
              <a:buNone/>
              <a:defRPr sz="1100"/>
            </a:lvl2pPr>
            <a:lvl3pPr marL="137160" indent="-91440">
              <a:lnSpc>
                <a:spcPct val="100000"/>
              </a:lnSpc>
              <a:spcBef>
                <a:spcPts val="0"/>
              </a:spcBef>
              <a:spcAft>
                <a:spcPts val="200"/>
              </a:spcAft>
              <a:buFont typeface="Arial" panose="020B0604020202020204" pitchFamily="34" charset="0"/>
              <a:buChar char="•"/>
              <a:defRPr sz="1100"/>
            </a:lvl3pPr>
            <a:lvl4pPr marL="274320" indent="-137160">
              <a:lnSpc>
                <a:spcPct val="100000"/>
              </a:lnSpc>
              <a:spcBef>
                <a:spcPts val="0"/>
              </a:spcBef>
              <a:spcAft>
                <a:spcPts val="200"/>
              </a:spcAft>
              <a:buFont typeface="Arial" panose="020B0604020202020204" pitchFamily="34" charset="0"/>
              <a:buChar char="–"/>
              <a:defRPr sz="1100"/>
            </a:lvl4pPr>
            <a:lvl5pPr marL="411480" indent="-137160">
              <a:lnSpc>
                <a:spcPct val="100000"/>
              </a:lnSpc>
              <a:spcBef>
                <a:spcPts val="0"/>
              </a:spcBef>
              <a:spcAft>
                <a:spcPts val="200"/>
              </a:spcAft>
              <a:buFont typeface="Arial" panose="020B0604020202020204" pitchFamily="34" charset="0"/>
              <a:buChar char="•"/>
              <a:defRPr sz="1100"/>
            </a:lvl5pPr>
          </a:lstStyle>
          <a:p>
            <a:pPr lvl="0"/>
            <a:r>
              <a:rPr lang="en-US"/>
              <a:t>Timeline</a:t>
            </a:r>
          </a:p>
          <a:p>
            <a:pPr lvl="1"/>
            <a:r>
              <a:rPr lang="en-US"/>
              <a:t>Second level</a:t>
            </a:r>
          </a:p>
          <a:p>
            <a:pPr lvl="2"/>
            <a:r>
              <a:rPr lang="en-US"/>
              <a:t>Third level</a:t>
            </a:r>
          </a:p>
          <a:p>
            <a:pPr lvl="3"/>
            <a:r>
              <a:rPr lang="en-US"/>
              <a:t>Fourth level</a:t>
            </a:r>
          </a:p>
          <a:p>
            <a:pPr lvl="4"/>
            <a:r>
              <a:rPr lang="en-US"/>
              <a:t>Fifth level</a:t>
            </a:r>
          </a:p>
        </p:txBody>
      </p:sp>
      <p:sp>
        <p:nvSpPr>
          <p:cNvPr id="7" name="Text Placeholder 5">
            <a:extLst>
              <a:ext uri="{FF2B5EF4-FFF2-40B4-BE49-F238E27FC236}">
                <a16:creationId xmlns:a16="http://schemas.microsoft.com/office/drawing/2014/main" id="{CB990C5B-B246-405E-0A09-DEA59AAA08A7}"/>
              </a:ext>
            </a:extLst>
          </p:cNvPr>
          <p:cNvSpPr>
            <a:spLocks noGrp="1"/>
          </p:cNvSpPr>
          <p:nvPr>
            <p:ph type="body" sz="quarter" idx="32" hasCustomPrompt="1"/>
          </p:nvPr>
        </p:nvSpPr>
        <p:spPr>
          <a:xfrm>
            <a:off x="2974086" y="2628899"/>
            <a:ext cx="1828800" cy="1620982"/>
          </a:xfrm>
        </p:spPr>
        <p:txBody>
          <a:bodyPr>
            <a:noAutofit/>
          </a:bodyPr>
          <a:lstStyle>
            <a:lvl1pPr marL="0" indent="0">
              <a:lnSpc>
                <a:spcPct val="90000"/>
              </a:lnSpc>
              <a:spcBef>
                <a:spcPts val="0"/>
              </a:spcBef>
              <a:spcAft>
                <a:spcPts val="0"/>
              </a:spcAft>
              <a:buSzPct val="85000"/>
              <a:buFont typeface="+mj-lt"/>
              <a:buNone/>
              <a:defRPr sz="2000" b="1" i="0" kern="100" cap="all" baseline="0">
                <a:latin typeface="Arial Black" panose="020B0604020202020204" pitchFamily="34" charset="0"/>
              </a:defRPr>
            </a:lvl1pPr>
            <a:lvl2pPr marL="0" indent="0">
              <a:lnSpc>
                <a:spcPct val="100000"/>
              </a:lnSpc>
              <a:spcBef>
                <a:spcPts val="100"/>
              </a:spcBef>
              <a:spcAft>
                <a:spcPts val="0"/>
              </a:spcAft>
              <a:buNone/>
              <a:defRPr sz="1100"/>
            </a:lvl2pPr>
            <a:lvl3pPr marL="137160" indent="-91440">
              <a:lnSpc>
                <a:spcPct val="100000"/>
              </a:lnSpc>
              <a:spcBef>
                <a:spcPts val="0"/>
              </a:spcBef>
              <a:spcAft>
                <a:spcPts val="200"/>
              </a:spcAft>
              <a:buFont typeface="Arial" panose="020B0604020202020204" pitchFamily="34" charset="0"/>
              <a:buChar char="•"/>
              <a:defRPr sz="1100"/>
            </a:lvl3pPr>
            <a:lvl4pPr marL="274320" indent="-137160">
              <a:lnSpc>
                <a:spcPct val="100000"/>
              </a:lnSpc>
              <a:spcBef>
                <a:spcPts val="0"/>
              </a:spcBef>
              <a:spcAft>
                <a:spcPts val="200"/>
              </a:spcAft>
              <a:buFont typeface="Arial" panose="020B0604020202020204" pitchFamily="34" charset="0"/>
              <a:buChar char="–"/>
              <a:defRPr sz="1100"/>
            </a:lvl4pPr>
            <a:lvl5pPr marL="411480" indent="-137160">
              <a:lnSpc>
                <a:spcPct val="100000"/>
              </a:lnSpc>
              <a:spcBef>
                <a:spcPts val="0"/>
              </a:spcBef>
              <a:spcAft>
                <a:spcPts val="200"/>
              </a:spcAft>
              <a:buFont typeface="Arial" panose="020B0604020202020204" pitchFamily="34" charset="0"/>
              <a:buChar char="•"/>
              <a:defRPr sz="1100"/>
            </a:lvl5pPr>
          </a:lstStyle>
          <a:p>
            <a:pPr lvl="0"/>
            <a:r>
              <a:rPr lang="en-US"/>
              <a:t>Timeline</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33802A39-2694-3FE6-A205-6A96F67E7A6F}"/>
              </a:ext>
            </a:extLst>
          </p:cNvPr>
          <p:cNvSpPr>
            <a:spLocks noGrp="1"/>
          </p:cNvSpPr>
          <p:nvPr>
            <p:ph type="body" sz="quarter" idx="23" hasCustomPrompt="1"/>
          </p:nvPr>
        </p:nvSpPr>
        <p:spPr>
          <a:xfrm>
            <a:off x="612648" y="2628899"/>
            <a:ext cx="1828800" cy="1620982"/>
          </a:xfrm>
        </p:spPr>
        <p:txBody>
          <a:bodyPr>
            <a:noAutofit/>
          </a:bodyPr>
          <a:lstStyle>
            <a:lvl1pPr marL="0" indent="0">
              <a:lnSpc>
                <a:spcPct val="90000"/>
              </a:lnSpc>
              <a:spcBef>
                <a:spcPts val="0"/>
              </a:spcBef>
              <a:spcAft>
                <a:spcPts val="0"/>
              </a:spcAft>
              <a:buSzPct val="85000"/>
              <a:buFont typeface="+mj-lt"/>
              <a:buNone/>
              <a:defRPr sz="2000" b="1" i="0" kern="100" cap="all" baseline="0">
                <a:latin typeface="Arial Black" panose="020B0604020202020204" pitchFamily="34" charset="0"/>
              </a:defRPr>
            </a:lvl1pPr>
            <a:lvl2pPr marL="0" indent="0">
              <a:lnSpc>
                <a:spcPct val="100000"/>
              </a:lnSpc>
              <a:spcBef>
                <a:spcPts val="100"/>
              </a:spcBef>
              <a:spcAft>
                <a:spcPts val="0"/>
              </a:spcAft>
              <a:buNone/>
              <a:defRPr sz="1100"/>
            </a:lvl2pPr>
            <a:lvl3pPr marL="137160" indent="-91440">
              <a:lnSpc>
                <a:spcPct val="100000"/>
              </a:lnSpc>
              <a:spcBef>
                <a:spcPts val="0"/>
              </a:spcBef>
              <a:spcAft>
                <a:spcPts val="200"/>
              </a:spcAft>
              <a:buFont typeface="Arial" panose="020B0604020202020204" pitchFamily="34" charset="0"/>
              <a:buChar char="•"/>
              <a:defRPr sz="1100"/>
            </a:lvl3pPr>
            <a:lvl4pPr marL="274320" indent="-137160">
              <a:lnSpc>
                <a:spcPct val="100000"/>
              </a:lnSpc>
              <a:spcBef>
                <a:spcPts val="0"/>
              </a:spcBef>
              <a:spcAft>
                <a:spcPts val="200"/>
              </a:spcAft>
              <a:buFont typeface="Arial" panose="020B0604020202020204" pitchFamily="34" charset="0"/>
              <a:buChar char="–"/>
              <a:defRPr sz="1100"/>
            </a:lvl4pPr>
            <a:lvl5pPr marL="411480" indent="-137160">
              <a:lnSpc>
                <a:spcPct val="100000"/>
              </a:lnSpc>
              <a:spcBef>
                <a:spcPts val="0"/>
              </a:spcBef>
              <a:spcAft>
                <a:spcPts val="200"/>
              </a:spcAft>
              <a:buFont typeface="Arial" panose="020B0604020202020204" pitchFamily="34" charset="0"/>
              <a:buChar char="•"/>
              <a:defRPr sz="1100"/>
            </a:lvl5pPr>
          </a:lstStyle>
          <a:p>
            <a:pPr lvl="0"/>
            <a:r>
              <a:rPr lang="en-US"/>
              <a:t>Timeline</a:t>
            </a:r>
          </a:p>
          <a:p>
            <a:pPr lvl="1"/>
            <a:r>
              <a:rPr lang="en-US"/>
              <a:t>Second level</a:t>
            </a:r>
          </a:p>
          <a:p>
            <a:pPr lvl="2"/>
            <a:r>
              <a:rPr lang="en-US"/>
              <a:t>Third level</a:t>
            </a:r>
          </a:p>
          <a:p>
            <a:pPr lvl="3"/>
            <a:r>
              <a:rPr lang="en-US"/>
              <a:t>Fourth level</a:t>
            </a:r>
          </a:p>
          <a:p>
            <a:pPr lvl="4"/>
            <a:r>
              <a:rPr lang="en-US"/>
              <a:t>Fifth level</a:t>
            </a:r>
          </a:p>
        </p:txBody>
      </p:sp>
      <p:sp>
        <p:nvSpPr>
          <p:cNvPr id="21" name="Text Placeholder 12">
            <a:extLst>
              <a:ext uri="{FF2B5EF4-FFF2-40B4-BE49-F238E27FC236}">
                <a16:creationId xmlns:a16="http://schemas.microsoft.com/office/drawing/2014/main" id="{3CE04DB0-E585-31E2-5808-8A44EED4EB80}"/>
              </a:ext>
            </a:extLst>
          </p:cNvPr>
          <p:cNvSpPr>
            <a:spLocks noGrp="1"/>
          </p:cNvSpPr>
          <p:nvPr>
            <p:ph type="body" sz="quarter" idx="14" hasCustomPrompt="1"/>
          </p:nvPr>
        </p:nvSpPr>
        <p:spPr>
          <a:xfrm>
            <a:off x="612649" y="1252728"/>
            <a:ext cx="5934832"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2" name="Title 1">
            <a:extLst>
              <a:ext uri="{FF2B5EF4-FFF2-40B4-BE49-F238E27FC236}">
                <a16:creationId xmlns:a16="http://schemas.microsoft.com/office/drawing/2014/main" id="{125DC940-2DB6-4AB0-D169-1B0425E840F6}"/>
              </a:ext>
            </a:extLst>
          </p:cNvPr>
          <p:cNvSpPr>
            <a:spLocks noGrp="1"/>
          </p:cNvSpPr>
          <p:nvPr>
            <p:ph type="title"/>
          </p:nvPr>
        </p:nvSpPr>
        <p:spPr>
          <a:xfrm>
            <a:off x="609600" y="815541"/>
            <a:ext cx="11055096" cy="401017"/>
          </a:xfrm>
        </p:spPr>
        <p:txBody>
          <a:bodyPr>
            <a:noAutofit/>
          </a:bodyPr>
          <a:lstStyle>
            <a:lvl1pPr>
              <a:lnSpc>
                <a:spcPct val="80000"/>
              </a:lnSpc>
              <a:defRPr sz="3750" spc="0" baseline="0">
                <a:solidFill>
                  <a:schemeClr val="accent1"/>
                </a:solidFill>
              </a:defRPr>
            </a:lvl1pPr>
          </a:lstStyle>
          <a:p>
            <a:r>
              <a:rPr lang="en-US"/>
              <a:t>Click to edit Master title style</a:t>
            </a:r>
          </a:p>
        </p:txBody>
      </p:sp>
      <p:pic>
        <p:nvPicPr>
          <p:cNvPr id="6" name="Graphic 5" descr="Lilly Logo">
            <a:extLst>
              <a:ext uri="{FF2B5EF4-FFF2-40B4-BE49-F238E27FC236}">
                <a16:creationId xmlns:a16="http://schemas.microsoft.com/office/drawing/2014/main" id="{4705F239-71C8-E2BF-3FC9-F64D8DEE488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581512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entered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B46C-EA96-A1FB-B306-1666CD29C72E}"/>
              </a:ext>
            </a:extLst>
          </p:cNvPr>
          <p:cNvSpPr>
            <a:spLocks noGrp="1"/>
          </p:cNvSpPr>
          <p:nvPr>
            <p:ph type="title"/>
          </p:nvPr>
        </p:nvSpPr>
        <p:spPr>
          <a:xfrm>
            <a:off x="609600" y="748145"/>
            <a:ext cx="11058144" cy="872837"/>
          </a:xfrm>
        </p:spPr>
        <p:txBody>
          <a:bodyPr>
            <a:normAutofit/>
          </a:bodyPr>
          <a:lstStyle>
            <a:lvl1pPr algn="ctr">
              <a:defRPr sz="3200" b="0" i="0">
                <a:solidFill>
                  <a:schemeClr val="accent1"/>
                </a:solidFill>
                <a:latin typeface="Times New Roman" panose="02020603050405020304" pitchFamily="18" charset="0"/>
              </a:defRPr>
            </a:lvl1pPr>
          </a:lstStyle>
          <a:p>
            <a:r>
              <a:rPr lang="en-US"/>
              <a:t>Click to edit Master title style</a:t>
            </a:r>
          </a:p>
        </p:txBody>
      </p:sp>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8" name="Content Placeholder 7">
            <a:extLst>
              <a:ext uri="{FF2B5EF4-FFF2-40B4-BE49-F238E27FC236}">
                <a16:creationId xmlns:a16="http://schemas.microsoft.com/office/drawing/2014/main" id="{620BEBEA-5940-F018-8A60-B31EC118B5CA}"/>
              </a:ext>
            </a:extLst>
          </p:cNvPr>
          <p:cNvSpPr>
            <a:spLocks noGrp="1"/>
          </p:cNvSpPr>
          <p:nvPr>
            <p:ph sz="quarter" idx="12"/>
          </p:nvPr>
        </p:nvSpPr>
        <p:spPr>
          <a:xfrm>
            <a:off x="623888" y="1704109"/>
            <a:ext cx="11044237" cy="45808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9750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eft Aligned Title and Content">
    <p:bg>
      <p:bgPr>
        <a:solidFill>
          <a:srgbClr val="FFF0D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B46C-EA96-A1FB-B306-1666CD29C72E}"/>
              </a:ext>
            </a:extLst>
          </p:cNvPr>
          <p:cNvSpPr>
            <a:spLocks noGrp="1"/>
          </p:cNvSpPr>
          <p:nvPr>
            <p:ph type="title"/>
          </p:nvPr>
        </p:nvSpPr>
        <p:spPr>
          <a:xfrm>
            <a:off x="609600" y="500350"/>
            <a:ext cx="5486400" cy="1983077"/>
          </a:xfrm>
        </p:spPr>
        <p:txBody>
          <a:bodyPr>
            <a:normAutofit/>
          </a:bodyPr>
          <a:lstStyle>
            <a:lvl1pPr algn="l">
              <a:lnSpc>
                <a:spcPct val="85000"/>
              </a:lnSpc>
              <a:defRPr sz="4000" b="0" i="0">
                <a:solidFill>
                  <a:schemeClr val="tx2"/>
                </a:solidFill>
                <a:latin typeface="Times New Roman" panose="02020603050405020304" pitchFamily="18" charset="0"/>
              </a:defRPr>
            </a:lvl1pPr>
          </a:lstStyle>
          <a:p>
            <a:r>
              <a:rPr lang="en-US"/>
              <a:t>Click to edit Master title style</a:t>
            </a:r>
          </a:p>
        </p:txBody>
      </p:sp>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8" name="Content Placeholder 7">
            <a:extLst>
              <a:ext uri="{FF2B5EF4-FFF2-40B4-BE49-F238E27FC236}">
                <a16:creationId xmlns:a16="http://schemas.microsoft.com/office/drawing/2014/main" id="{620BEBEA-5940-F018-8A60-B31EC118B5CA}"/>
              </a:ext>
            </a:extLst>
          </p:cNvPr>
          <p:cNvSpPr>
            <a:spLocks noGrp="1"/>
          </p:cNvSpPr>
          <p:nvPr>
            <p:ph sz="quarter" idx="12"/>
          </p:nvPr>
        </p:nvSpPr>
        <p:spPr>
          <a:xfrm>
            <a:off x="623888" y="2867891"/>
            <a:ext cx="11044237" cy="3417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59209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his and That">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612648" y="1252728"/>
            <a:ext cx="5330952" cy="978408"/>
          </a:xfrm>
          <a:prstGeom prst="round2SameRect">
            <a:avLst>
              <a:gd name="adj1" fmla="val 14691"/>
              <a:gd name="adj2" fmla="val 0"/>
            </a:avLst>
          </a:prstGeom>
          <a:solidFill>
            <a:schemeClr val="accent1"/>
          </a:solidFill>
        </p:spPr>
        <p:txBody>
          <a:bodyPr lIns="45720" rIns="45720" anchor="ctr" anchorCtr="0">
            <a:normAutofit/>
          </a:bodyPr>
          <a:lstStyle>
            <a:lvl1pPr algn="ctr">
              <a:lnSpc>
                <a:spcPct val="85000"/>
              </a:lnSpc>
              <a:spcBef>
                <a:spcPts val="0"/>
              </a:spcBef>
              <a:defRPr sz="3200" b="0" i="0" cap="none" spc="0" baseline="0">
                <a:solidFill>
                  <a:schemeClr val="bg1"/>
                </a:solidFill>
                <a:latin typeface="Times New Roman" panose="02020603050405020304" pitchFamily="18" charset="0"/>
              </a:defRPr>
            </a:lvl1pPr>
            <a:lvl2pPr marL="0" indent="0">
              <a:buNone/>
              <a:defRPr/>
            </a:lvl2pPr>
          </a:lstStyle>
          <a:p>
            <a:pPr lvl="0"/>
            <a:r>
              <a:rPr lang="en-US"/>
              <a:t>Click to edit Master text styles</a:t>
            </a:r>
          </a:p>
        </p:txBody>
      </p:sp>
      <p:sp>
        <p:nvSpPr>
          <p:cNvPr id="15" name="Text Placeholder 14">
            <a:extLst>
              <a:ext uri="{FF2B5EF4-FFF2-40B4-BE49-F238E27FC236}">
                <a16:creationId xmlns:a16="http://schemas.microsoft.com/office/drawing/2014/main" id="{4C2909D6-4659-7C5B-E1FE-3E308054FB51}"/>
              </a:ext>
            </a:extLst>
          </p:cNvPr>
          <p:cNvSpPr>
            <a:spLocks noGrp="1"/>
          </p:cNvSpPr>
          <p:nvPr>
            <p:ph type="body" sz="quarter" idx="14"/>
          </p:nvPr>
        </p:nvSpPr>
        <p:spPr>
          <a:xfrm>
            <a:off x="612648" y="2231136"/>
            <a:ext cx="5330952" cy="3364992"/>
          </a:xfrm>
          <a:prstGeom prst="round2SameRect">
            <a:avLst>
              <a:gd name="adj1" fmla="val 0"/>
              <a:gd name="adj2" fmla="val 4484"/>
            </a:avLst>
          </a:prstGeom>
          <a:solidFill>
            <a:srgbClr val="FFFFFF"/>
          </a:solidFill>
        </p:spPr>
        <p:txBody>
          <a:bodyPr lIns="118872" tIns="118872" rIns="118872" bIns="118872" anchor="ctr">
            <a:noAutofit/>
          </a:bodyPr>
          <a:lstStyle>
            <a:lvl1pPr algn="ctr">
              <a:lnSpc>
                <a:spcPct val="85000"/>
              </a:lnSpc>
              <a:defRPr sz="2500"/>
            </a:lvl1pPr>
            <a:lvl2pPr marL="0" indent="-91440" algn="ctr">
              <a:lnSpc>
                <a:spcPct val="100000"/>
              </a:lnSpc>
              <a:defRPr sz="2200"/>
            </a:lvl2pPr>
            <a:lvl3pPr indent="-91440" algn="ctr">
              <a:lnSpc>
                <a:spcPct val="100000"/>
              </a:lnSpc>
              <a:defRPr sz="18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8" name="Text Placeholder 12">
            <a:extLst>
              <a:ext uri="{FF2B5EF4-FFF2-40B4-BE49-F238E27FC236}">
                <a16:creationId xmlns:a16="http://schemas.microsoft.com/office/drawing/2014/main" id="{2EAD2F22-C753-F949-D8D3-05610EA5761D}"/>
              </a:ext>
            </a:extLst>
          </p:cNvPr>
          <p:cNvSpPr>
            <a:spLocks noGrp="1"/>
          </p:cNvSpPr>
          <p:nvPr>
            <p:ph type="body" sz="quarter" idx="15"/>
          </p:nvPr>
        </p:nvSpPr>
        <p:spPr>
          <a:xfrm>
            <a:off x="6256703" y="1252728"/>
            <a:ext cx="5330952" cy="978408"/>
          </a:xfrm>
          <a:prstGeom prst="round2SameRect">
            <a:avLst>
              <a:gd name="adj1" fmla="val 14691"/>
              <a:gd name="adj2" fmla="val 0"/>
            </a:avLst>
          </a:prstGeom>
          <a:solidFill>
            <a:schemeClr val="tx1"/>
          </a:solidFill>
        </p:spPr>
        <p:txBody>
          <a:bodyPr lIns="45720" rIns="45720" anchor="ctr" anchorCtr="0">
            <a:normAutofit/>
          </a:bodyPr>
          <a:lstStyle>
            <a:lvl1pPr algn="ctr">
              <a:lnSpc>
                <a:spcPct val="85000"/>
              </a:lnSpc>
              <a:spcBef>
                <a:spcPts val="0"/>
              </a:spcBef>
              <a:defRPr sz="3200" b="0" i="0" cap="none" spc="0" baseline="0">
                <a:solidFill>
                  <a:schemeClr val="bg1"/>
                </a:solidFill>
                <a:latin typeface="Times New Roman" panose="02020603050405020304" pitchFamily="18" charset="0"/>
              </a:defRPr>
            </a:lvl1pPr>
            <a:lvl2pPr marL="0" indent="0">
              <a:buNone/>
              <a:defRPr/>
            </a:lvl2pPr>
          </a:lstStyle>
          <a:p>
            <a:pPr lvl="0"/>
            <a:r>
              <a:rPr lang="en-US"/>
              <a:t>Click to edit Master text styles</a:t>
            </a:r>
          </a:p>
        </p:txBody>
      </p:sp>
      <p:sp>
        <p:nvSpPr>
          <p:cNvPr id="19" name="Text Placeholder 14">
            <a:extLst>
              <a:ext uri="{FF2B5EF4-FFF2-40B4-BE49-F238E27FC236}">
                <a16:creationId xmlns:a16="http://schemas.microsoft.com/office/drawing/2014/main" id="{7BBDAF1C-5313-B06A-74D1-A7E9C5037FE3}"/>
              </a:ext>
            </a:extLst>
          </p:cNvPr>
          <p:cNvSpPr>
            <a:spLocks noGrp="1"/>
          </p:cNvSpPr>
          <p:nvPr>
            <p:ph type="body" sz="quarter" idx="16"/>
          </p:nvPr>
        </p:nvSpPr>
        <p:spPr>
          <a:xfrm>
            <a:off x="6256703" y="2231136"/>
            <a:ext cx="5330952" cy="3364992"/>
          </a:xfrm>
          <a:prstGeom prst="round2SameRect">
            <a:avLst>
              <a:gd name="adj1" fmla="val 0"/>
              <a:gd name="adj2" fmla="val 4484"/>
            </a:avLst>
          </a:prstGeom>
          <a:solidFill>
            <a:srgbClr val="FFFFFF"/>
          </a:solidFill>
        </p:spPr>
        <p:txBody>
          <a:bodyPr lIns="118872" tIns="118872" rIns="118872" bIns="118872" anchor="ctr">
            <a:noAutofit/>
          </a:bodyPr>
          <a:lstStyle>
            <a:lvl1pPr algn="ctr">
              <a:lnSpc>
                <a:spcPct val="85000"/>
              </a:lnSpc>
              <a:defRPr sz="2500"/>
            </a:lvl1pPr>
            <a:lvl2pPr marL="0" indent="-91440" algn="ctr">
              <a:lnSpc>
                <a:spcPct val="100000"/>
              </a:lnSpc>
              <a:defRPr sz="2200"/>
            </a:lvl2pPr>
            <a:lvl3pPr indent="-91440" algn="ctr">
              <a:lnSpc>
                <a:spcPct val="100000"/>
              </a:lnSpc>
              <a:defRPr sz="18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pic>
        <p:nvPicPr>
          <p:cNvPr id="2" name="Graphic 1" descr="Lilly Logo">
            <a:extLst>
              <a:ext uri="{FF2B5EF4-FFF2-40B4-BE49-F238E27FC236}">
                <a16:creationId xmlns:a16="http://schemas.microsoft.com/office/drawing/2014/main" id="{F8E06DE4-E81C-5577-5B90-2368292E1F3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703755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ject Framework Style 01 (Three-Column)">
    <p:bg>
      <p:bgPr>
        <a:solidFill>
          <a:srgbClr val="FDD1B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621792" y="659967"/>
            <a:ext cx="3291840" cy="539496"/>
          </a:xfrm>
          <a:prstGeom prst="round2SameRect">
            <a:avLst>
              <a:gd name="adj1" fmla="val 14691"/>
              <a:gd name="adj2" fmla="val 0"/>
            </a:avLst>
          </a:prstGeom>
          <a:solidFill>
            <a:schemeClr val="accent1"/>
          </a:solidFill>
        </p:spPr>
        <p:txBody>
          <a:bodyPr lIns="45720" rIns="45720" anchor="ctr" anchorCtr="0">
            <a:normAutofit/>
          </a:bodyPr>
          <a:lstStyle>
            <a:lvl1pPr algn="ctr">
              <a:lnSpc>
                <a:spcPct val="100000"/>
              </a:lnSpc>
              <a:spcBef>
                <a:spcPts val="0"/>
              </a:spcBef>
              <a:defRPr sz="1200" cap="all" baseline="0">
                <a:solidFill>
                  <a:schemeClr val="bg1"/>
                </a:solidFill>
              </a:defRPr>
            </a:lvl1pPr>
            <a:lvl2pPr marL="0" indent="0">
              <a:buNone/>
              <a:defRPr/>
            </a:lvl2pPr>
          </a:lstStyle>
          <a:p>
            <a:pPr lvl="0"/>
            <a:r>
              <a:rPr lang="en-US"/>
              <a:t>Click to edit Master text styles</a:t>
            </a:r>
          </a:p>
        </p:txBody>
      </p:sp>
      <p:sp>
        <p:nvSpPr>
          <p:cNvPr id="15" name="Text Placeholder 14">
            <a:extLst>
              <a:ext uri="{FF2B5EF4-FFF2-40B4-BE49-F238E27FC236}">
                <a16:creationId xmlns:a16="http://schemas.microsoft.com/office/drawing/2014/main" id="{4C2909D6-4659-7C5B-E1FE-3E308054FB51}"/>
              </a:ext>
            </a:extLst>
          </p:cNvPr>
          <p:cNvSpPr>
            <a:spLocks noGrp="1"/>
          </p:cNvSpPr>
          <p:nvPr>
            <p:ph type="body" sz="quarter" idx="14"/>
          </p:nvPr>
        </p:nvSpPr>
        <p:spPr>
          <a:xfrm>
            <a:off x="621792" y="1199463"/>
            <a:ext cx="3291840" cy="1260475"/>
          </a:xfrm>
          <a:prstGeom prst="round2SameRect">
            <a:avLst>
              <a:gd name="adj1" fmla="val 0"/>
              <a:gd name="adj2" fmla="val 4484"/>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0" name="Text Placeholder 14">
            <a:extLst>
              <a:ext uri="{FF2B5EF4-FFF2-40B4-BE49-F238E27FC236}">
                <a16:creationId xmlns:a16="http://schemas.microsoft.com/office/drawing/2014/main" id="{52FBDE3F-8020-FE3E-A399-7C4B757FB8A8}"/>
              </a:ext>
            </a:extLst>
          </p:cNvPr>
          <p:cNvSpPr>
            <a:spLocks noGrp="1"/>
          </p:cNvSpPr>
          <p:nvPr>
            <p:ph type="body" sz="quarter" idx="15"/>
          </p:nvPr>
        </p:nvSpPr>
        <p:spPr>
          <a:xfrm>
            <a:off x="621792" y="2550220"/>
            <a:ext cx="3291840" cy="1742799"/>
          </a:xfrm>
          <a:prstGeom prst="round2SameRect">
            <a:avLst>
              <a:gd name="adj1" fmla="val 3541"/>
              <a:gd name="adj2" fmla="val 2303"/>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1" name="Text Placeholder 14">
            <a:extLst>
              <a:ext uri="{FF2B5EF4-FFF2-40B4-BE49-F238E27FC236}">
                <a16:creationId xmlns:a16="http://schemas.microsoft.com/office/drawing/2014/main" id="{71253B6D-2760-2956-3EFB-82243055879B}"/>
              </a:ext>
            </a:extLst>
          </p:cNvPr>
          <p:cNvSpPr>
            <a:spLocks noGrp="1"/>
          </p:cNvSpPr>
          <p:nvPr>
            <p:ph type="body" sz="quarter" idx="16"/>
          </p:nvPr>
        </p:nvSpPr>
        <p:spPr>
          <a:xfrm>
            <a:off x="621792" y="4376326"/>
            <a:ext cx="3291840" cy="1282212"/>
          </a:xfrm>
          <a:prstGeom prst="round2SameRect">
            <a:avLst>
              <a:gd name="adj1" fmla="val 5361"/>
              <a:gd name="adj2" fmla="val 0"/>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2" name="Text Placeholder 14">
            <a:extLst>
              <a:ext uri="{FF2B5EF4-FFF2-40B4-BE49-F238E27FC236}">
                <a16:creationId xmlns:a16="http://schemas.microsoft.com/office/drawing/2014/main" id="{B58295B8-B1EF-4256-9FCB-DBDB96675ACC}"/>
              </a:ext>
            </a:extLst>
          </p:cNvPr>
          <p:cNvSpPr>
            <a:spLocks noGrp="1"/>
          </p:cNvSpPr>
          <p:nvPr>
            <p:ph type="body" sz="quarter" idx="17"/>
          </p:nvPr>
        </p:nvSpPr>
        <p:spPr>
          <a:xfrm>
            <a:off x="621792" y="5658536"/>
            <a:ext cx="3291840" cy="499873"/>
          </a:xfrm>
          <a:prstGeom prst="round2SameRect">
            <a:avLst>
              <a:gd name="adj1" fmla="val 0"/>
              <a:gd name="adj2" fmla="val 12768"/>
            </a:avLst>
          </a:prstGeom>
          <a:solidFill>
            <a:schemeClr val="accent6"/>
          </a:solidFill>
        </p:spPr>
        <p:txBody>
          <a:bodyPr lIns="45720" rIns="45720" anchor="ctr">
            <a:noAutofit/>
          </a:bodyPr>
          <a:lstStyle>
            <a:lvl1pPr algn="ctr">
              <a:lnSpc>
                <a:spcPct val="100000"/>
              </a:lnSpc>
              <a:defRPr sz="1200" kern="100" cap="all" baseline="0">
                <a:solidFill>
                  <a:schemeClr val="tx1"/>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5" name="Text Placeholder 12">
            <a:extLst>
              <a:ext uri="{FF2B5EF4-FFF2-40B4-BE49-F238E27FC236}">
                <a16:creationId xmlns:a16="http://schemas.microsoft.com/office/drawing/2014/main" id="{32D3C5EA-2077-1463-57F6-E56EC26E7155}"/>
              </a:ext>
            </a:extLst>
          </p:cNvPr>
          <p:cNvSpPr>
            <a:spLocks noGrp="1"/>
          </p:cNvSpPr>
          <p:nvPr>
            <p:ph type="body" sz="quarter" idx="39"/>
          </p:nvPr>
        </p:nvSpPr>
        <p:spPr>
          <a:xfrm>
            <a:off x="4462272" y="659967"/>
            <a:ext cx="3291840" cy="539496"/>
          </a:xfrm>
          <a:prstGeom prst="round2SameRect">
            <a:avLst>
              <a:gd name="adj1" fmla="val 14691"/>
              <a:gd name="adj2" fmla="val 0"/>
            </a:avLst>
          </a:prstGeom>
          <a:solidFill>
            <a:schemeClr val="accent1"/>
          </a:solidFill>
        </p:spPr>
        <p:txBody>
          <a:bodyPr lIns="45720" rIns="45720" anchor="ctr" anchorCtr="0">
            <a:normAutofit/>
          </a:bodyPr>
          <a:lstStyle>
            <a:lvl1pPr algn="ctr">
              <a:lnSpc>
                <a:spcPct val="100000"/>
              </a:lnSpc>
              <a:spcBef>
                <a:spcPts val="0"/>
              </a:spcBef>
              <a:defRPr sz="1200" cap="all" baseline="0">
                <a:solidFill>
                  <a:schemeClr val="bg1"/>
                </a:solidFill>
              </a:defRPr>
            </a:lvl1pPr>
            <a:lvl2pPr marL="0" indent="0">
              <a:buNone/>
              <a:defRPr/>
            </a:lvl2pPr>
          </a:lstStyle>
          <a:p>
            <a:pPr lvl="0"/>
            <a:r>
              <a:rPr lang="en-US"/>
              <a:t>Click to edit Master text styles</a:t>
            </a:r>
          </a:p>
        </p:txBody>
      </p:sp>
      <p:sp>
        <p:nvSpPr>
          <p:cNvPr id="6" name="Text Placeholder 14">
            <a:extLst>
              <a:ext uri="{FF2B5EF4-FFF2-40B4-BE49-F238E27FC236}">
                <a16:creationId xmlns:a16="http://schemas.microsoft.com/office/drawing/2014/main" id="{29D66971-542D-9BED-89CC-BFF92FE082C2}"/>
              </a:ext>
            </a:extLst>
          </p:cNvPr>
          <p:cNvSpPr>
            <a:spLocks noGrp="1"/>
          </p:cNvSpPr>
          <p:nvPr>
            <p:ph type="body" sz="quarter" idx="40"/>
          </p:nvPr>
        </p:nvSpPr>
        <p:spPr>
          <a:xfrm>
            <a:off x="4462272" y="1199463"/>
            <a:ext cx="3291840" cy="1260475"/>
          </a:xfrm>
          <a:prstGeom prst="round2SameRect">
            <a:avLst>
              <a:gd name="adj1" fmla="val 0"/>
              <a:gd name="adj2" fmla="val 4484"/>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7" name="Text Placeholder 14">
            <a:extLst>
              <a:ext uri="{FF2B5EF4-FFF2-40B4-BE49-F238E27FC236}">
                <a16:creationId xmlns:a16="http://schemas.microsoft.com/office/drawing/2014/main" id="{9DE553BF-8025-6731-5B0E-7CA2C929644C}"/>
              </a:ext>
            </a:extLst>
          </p:cNvPr>
          <p:cNvSpPr>
            <a:spLocks noGrp="1"/>
          </p:cNvSpPr>
          <p:nvPr>
            <p:ph type="body" sz="quarter" idx="41"/>
          </p:nvPr>
        </p:nvSpPr>
        <p:spPr>
          <a:xfrm>
            <a:off x="4462272" y="2550220"/>
            <a:ext cx="3291840" cy="1742799"/>
          </a:xfrm>
          <a:prstGeom prst="round2SameRect">
            <a:avLst>
              <a:gd name="adj1" fmla="val 3541"/>
              <a:gd name="adj2" fmla="val 2303"/>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8" name="Text Placeholder 14">
            <a:extLst>
              <a:ext uri="{FF2B5EF4-FFF2-40B4-BE49-F238E27FC236}">
                <a16:creationId xmlns:a16="http://schemas.microsoft.com/office/drawing/2014/main" id="{F848ABF0-E7D3-42D0-0E4A-FAF179C9CC15}"/>
              </a:ext>
            </a:extLst>
          </p:cNvPr>
          <p:cNvSpPr>
            <a:spLocks noGrp="1"/>
          </p:cNvSpPr>
          <p:nvPr>
            <p:ph type="body" sz="quarter" idx="42"/>
          </p:nvPr>
        </p:nvSpPr>
        <p:spPr>
          <a:xfrm>
            <a:off x="4462272" y="4376326"/>
            <a:ext cx="3291840" cy="1282212"/>
          </a:xfrm>
          <a:prstGeom prst="round2SameRect">
            <a:avLst>
              <a:gd name="adj1" fmla="val 5361"/>
              <a:gd name="adj2" fmla="val 0"/>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9" name="Text Placeholder 14">
            <a:extLst>
              <a:ext uri="{FF2B5EF4-FFF2-40B4-BE49-F238E27FC236}">
                <a16:creationId xmlns:a16="http://schemas.microsoft.com/office/drawing/2014/main" id="{500F367D-A217-C80D-55C3-14AB3335F051}"/>
              </a:ext>
            </a:extLst>
          </p:cNvPr>
          <p:cNvSpPr>
            <a:spLocks noGrp="1"/>
          </p:cNvSpPr>
          <p:nvPr>
            <p:ph type="body" sz="quarter" idx="43"/>
          </p:nvPr>
        </p:nvSpPr>
        <p:spPr>
          <a:xfrm>
            <a:off x="4462272" y="5658536"/>
            <a:ext cx="3291840" cy="499873"/>
          </a:xfrm>
          <a:prstGeom prst="round2SameRect">
            <a:avLst>
              <a:gd name="adj1" fmla="val 0"/>
              <a:gd name="adj2" fmla="val 12768"/>
            </a:avLst>
          </a:prstGeom>
          <a:solidFill>
            <a:schemeClr val="accent6"/>
          </a:solidFill>
        </p:spPr>
        <p:txBody>
          <a:bodyPr lIns="45720" rIns="45720" anchor="ctr">
            <a:noAutofit/>
          </a:bodyPr>
          <a:lstStyle>
            <a:lvl1pPr algn="ctr">
              <a:lnSpc>
                <a:spcPct val="100000"/>
              </a:lnSpc>
              <a:defRPr sz="1200" kern="100" cap="all" baseline="0">
                <a:solidFill>
                  <a:schemeClr val="tx1"/>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10" name="Text Placeholder 12">
            <a:extLst>
              <a:ext uri="{FF2B5EF4-FFF2-40B4-BE49-F238E27FC236}">
                <a16:creationId xmlns:a16="http://schemas.microsoft.com/office/drawing/2014/main" id="{0A7C2266-E04D-E87E-F911-41E9919B6409}"/>
              </a:ext>
            </a:extLst>
          </p:cNvPr>
          <p:cNvSpPr>
            <a:spLocks noGrp="1"/>
          </p:cNvSpPr>
          <p:nvPr>
            <p:ph type="body" sz="quarter" idx="44"/>
          </p:nvPr>
        </p:nvSpPr>
        <p:spPr>
          <a:xfrm>
            <a:off x="8302752" y="659967"/>
            <a:ext cx="3291840" cy="539496"/>
          </a:xfrm>
          <a:prstGeom prst="round2SameRect">
            <a:avLst>
              <a:gd name="adj1" fmla="val 14691"/>
              <a:gd name="adj2" fmla="val 0"/>
            </a:avLst>
          </a:prstGeom>
          <a:solidFill>
            <a:schemeClr val="accent1"/>
          </a:solidFill>
        </p:spPr>
        <p:txBody>
          <a:bodyPr lIns="45720" rIns="45720" anchor="ctr" anchorCtr="0">
            <a:normAutofit/>
          </a:bodyPr>
          <a:lstStyle>
            <a:lvl1pPr algn="ctr">
              <a:lnSpc>
                <a:spcPct val="100000"/>
              </a:lnSpc>
              <a:spcBef>
                <a:spcPts val="0"/>
              </a:spcBef>
              <a:defRPr sz="1200" cap="all" baseline="0">
                <a:solidFill>
                  <a:schemeClr val="bg1"/>
                </a:solidFill>
              </a:defRPr>
            </a:lvl1pPr>
            <a:lvl2pPr marL="0" indent="0">
              <a:buNone/>
              <a:defRPr/>
            </a:lvl2pPr>
          </a:lstStyle>
          <a:p>
            <a:pPr lvl="0"/>
            <a:r>
              <a:rPr lang="en-US"/>
              <a:t>Click to edit Master text styles</a:t>
            </a:r>
          </a:p>
        </p:txBody>
      </p:sp>
      <p:sp>
        <p:nvSpPr>
          <p:cNvPr id="11" name="Text Placeholder 14">
            <a:extLst>
              <a:ext uri="{FF2B5EF4-FFF2-40B4-BE49-F238E27FC236}">
                <a16:creationId xmlns:a16="http://schemas.microsoft.com/office/drawing/2014/main" id="{2CFBC959-E25D-AB42-CA58-098153B471E3}"/>
              </a:ext>
            </a:extLst>
          </p:cNvPr>
          <p:cNvSpPr>
            <a:spLocks noGrp="1"/>
          </p:cNvSpPr>
          <p:nvPr>
            <p:ph type="body" sz="quarter" idx="45"/>
          </p:nvPr>
        </p:nvSpPr>
        <p:spPr>
          <a:xfrm>
            <a:off x="8302752" y="1199463"/>
            <a:ext cx="3291840" cy="1260475"/>
          </a:xfrm>
          <a:prstGeom prst="round2SameRect">
            <a:avLst>
              <a:gd name="adj1" fmla="val 0"/>
              <a:gd name="adj2" fmla="val 4484"/>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2" name="Text Placeholder 14">
            <a:extLst>
              <a:ext uri="{FF2B5EF4-FFF2-40B4-BE49-F238E27FC236}">
                <a16:creationId xmlns:a16="http://schemas.microsoft.com/office/drawing/2014/main" id="{9C2FEC4B-70FB-8508-36AF-955B82BAA0EE}"/>
              </a:ext>
            </a:extLst>
          </p:cNvPr>
          <p:cNvSpPr>
            <a:spLocks noGrp="1"/>
          </p:cNvSpPr>
          <p:nvPr>
            <p:ph type="body" sz="quarter" idx="46"/>
          </p:nvPr>
        </p:nvSpPr>
        <p:spPr>
          <a:xfrm>
            <a:off x="8302752" y="2550220"/>
            <a:ext cx="3291840" cy="1742799"/>
          </a:xfrm>
          <a:prstGeom prst="round2SameRect">
            <a:avLst>
              <a:gd name="adj1" fmla="val 3541"/>
              <a:gd name="adj2" fmla="val 2303"/>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4" name="Text Placeholder 14">
            <a:extLst>
              <a:ext uri="{FF2B5EF4-FFF2-40B4-BE49-F238E27FC236}">
                <a16:creationId xmlns:a16="http://schemas.microsoft.com/office/drawing/2014/main" id="{1661D07D-B48E-19A6-1744-8428CE19DAD7}"/>
              </a:ext>
            </a:extLst>
          </p:cNvPr>
          <p:cNvSpPr>
            <a:spLocks noGrp="1"/>
          </p:cNvSpPr>
          <p:nvPr>
            <p:ph type="body" sz="quarter" idx="47"/>
          </p:nvPr>
        </p:nvSpPr>
        <p:spPr>
          <a:xfrm>
            <a:off x="8302752" y="4376326"/>
            <a:ext cx="3291840" cy="1282212"/>
          </a:xfrm>
          <a:prstGeom prst="round2SameRect">
            <a:avLst>
              <a:gd name="adj1" fmla="val 5361"/>
              <a:gd name="adj2" fmla="val 0"/>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6" name="Text Placeholder 14">
            <a:extLst>
              <a:ext uri="{FF2B5EF4-FFF2-40B4-BE49-F238E27FC236}">
                <a16:creationId xmlns:a16="http://schemas.microsoft.com/office/drawing/2014/main" id="{0A980661-2E5C-A472-4526-8FF8B813CA04}"/>
              </a:ext>
            </a:extLst>
          </p:cNvPr>
          <p:cNvSpPr>
            <a:spLocks noGrp="1"/>
          </p:cNvSpPr>
          <p:nvPr>
            <p:ph type="body" sz="quarter" idx="48"/>
          </p:nvPr>
        </p:nvSpPr>
        <p:spPr>
          <a:xfrm>
            <a:off x="8302752" y="5658536"/>
            <a:ext cx="3291840" cy="499873"/>
          </a:xfrm>
          <a:prstGeom prst="round2SameRect">
            <a:avLst>
              <a:gd name="adj1" fmla="val 0"/>
              <a:gd name="adj2" fmla="val 12768"/>
            </a:avLst>
          </a:prstGeom>
          <a:solidFill>
            <a:schemeClr val="accent6"/>
          </a:solidFill>
        </p:spPr>
        <p:txBody>
          <a:bodyPr lIns="45720" rIns="45720" anchor="ctr">
            <a:noAutofit/>
          </a:bodyPr>
          <a:lstStyle>
            <a:lvl1pPr algn="ctr">
              <a:lnSpc>
                <a:spcPct val="100000"/>
              </a:lnSpc>
              <a:defRPr sz="1200" kern="100" cap="all" baseline="0">
                <a:solidFill>
                  <a:schemeClr val="tx1"/>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Tree>
    <p:extLst>
      <p:ext uri="{BB962C8B-B14F-4D97-AF65-F5344CB8AC3E}">
        <p14:creationId xmlns:p14="http://schemas.microsoft.com/office/powerpoint/2010/main" val="32591642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Project Framework Style 02 (Five-Column)">
    <p:bg>
      <p:bgPr>
        <a:solidFill>
          <a:srgbClr val="C6DCD8"/>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621792" y="659967"/>
            <a:ext cx="2048256" cy="539496"/>
          </a:xfrm>
          <a:prstGeom prst="round2SameRect">
            <a:avLst>
              <a:gd name="adj1" fmla="val 14691"/>
              <a:gd name="adj2" fmla="val 0"/>
            </a:avLst>
          </a:prstGeom>
          <a:solidFill>
            <a:schemeClr val="accent4"/>
          </a:solidFill>
        </p:spPr>
        <p:txBody>
          <a:bodyPr lIns="45720" rIns="45720" anchor="ctr" anchorCtr="0">
            <a:normAutofit/>
          </a:bodyPr>
          <a:lstStyle>
            <a:lvl1pPr algn="ctr">
              <a:lnSpc>
                <a:spcPct val="100000"/>
              </a:lnSpc>
              <a:spcBef>
                <a:spcPts val="0"/>
              </a:spcBef>
              <a:defRPr sz="1200" cap="all" baseline="0">
                <a:solidFill>
                  <a:srgbClr val="C6DCD8"/>
                </a:solidFill>
              </a:defRPr>
            </a:lvl1pPr>
            <a:lvl2pPr marL="0" indent="0">
              <a:buNone/>
              <a:defRPr/>
            </a:lvl2pPr>
          </a:lstStyle>
          <a:p>
            <a:pPr lvl="0"/>
            <a:r>
              <a:rPr lang="en-US"/>
              <a:t>Click to edit Master text styles</a:t>
            </a:r>
          </a:p>
        </p:txBody>
      </p:sp>
      <p:sp>
        <p:nvSpPr>
          <p:cNvPr id="15" name="Text Placeholder 14">
            <a:extLst>
              <a:ext uri="{FF2B5EF4-FFF2-40B4-BE49-F238E27FC236}">
                <a16:creationId xmlns:a16="http://schemas.microsoft.com/office/drawing/2014/main" id="{4C2909D6-4659-7C5B-E1FE-3E308054FB51}"/>
              </a:ext>
            </a:extLst>
          </p:cNvPr>
          <p:cNvSpPr>
            <a:spLocks noGrp="1"/>
          </p:cNvSpPr>
          <p:nvPr>
            <p:ph type="body" sz="quarter" idx="14"/>
          </p:nvPr>
        </p:nvSpPr>
        <p:spPr>
          <a:xfrm>
            <a:off x="621792" y="1199463"/>
            <a:ext cx="2048256" cy="1260475"/>
          </a:xfrm>
          <a:prstGeom prst="round2SameRect">
            <a:avLst>
              <a:gd name="adj1" fmla="val 0"/>
              <a:gd name="adj2" fmla="val 4484"/>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0" name="Text Placeholder 14">
            <a:extLst>
              <a:ext uri="{FF2B5EF4-FFF2-40B4-BE49-F238E27FC236}">
                <a16:creationId xmlns:a16="http://schemas.microsoft.com/office/drawing/2014/main" id="{52FBDE3F-8020-FE3E-A399-7C4B757FB8A8}"/>
              </a:ext>
            </a:extLst>
          </p:cNvPr>
          <p:cNvSpPr>
            <a:spLocks noGrp="1"/>
          </p:cNvSpPr>
          <p:nvPr>
            <p:ph type="body" sz="quarter" idx="15"/>
          </p:nvPr>
        </p:nvSpPr>
        <p:spPr>
          <a:xfrm>
            <a:off x="621792" y="2550220"/>
            <a:ext cx="2048256" cy="1742799"/>
          </a:xfrm>
          <a:prstGeom prst="round2SameRect">
            <a:avLst>
              <a:gd name="adj1" fmla="val 3541"/>
              <a:gd name="adj2" fmla="val 2303"/>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1" name="Text Placeholder 14">
            <a:extLst>
              <a:ext uri="{FF2B5EF4-FFF2-40B4-BE49-F238E27FC236}">
                <a16:creationId xmlns:a16="http://schemas.microsoft.com/office/drawing/2014/main" id="{71253B6D-2760-2956-3EFB-82243055879B}"/>
              </a:ext>
            </a:extLst>
          </p:cNvPr>
          <p:cNvSpPr>
            <a:spLocks noGrp="1"/>
          </p:cNvSpPr>
          <p:nvPr>
            <p:ph type="body" sz="quarter" idx="16"/>
          </p:nvPr>
        </p:nvSpPr>
        <p:spPr>
          <a:xfrm>
            <a:off x="621792" y="4376326"/>
            <a:ext cx="2048256" cy="1282212"/>
          </a:xfrm>
          <a:prstGeom prst="round2SameRect">
            <a:avLst>
              <a:gd name="adj1" fmla="val 5361"/>
              <a:gd name="adj2" fmla="val 0"/>
            </a:avLst>
          </a:prstGeom>
          <a:solidFill>
            <a:srgbClr val="FFFFFF"/>
          </a:solidFill>
        </p:spPr>
        <p:txBody>
          <a:bodyPr lIns="45720" rIns="18288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2" name="Text Placeholder 14">
            <a:extLst>
              <a:ext uri="{FF2B5EF4-FFF2-40B4-BE49-F238E27FC236}">
                <a16:creationId xmlns:a16="http://schemas.microsoft.com/office/drawing/2014/main" id="{B58295B8-B1EF-4256-9FCB-DBDB96675ACC}"/>
              </a:ext>
            </a:extLst>
          </p:cNvPr>
          <p:cNvSpPr>
            <a:spLocks noGrp="1"/>
          </p:cNvSpPr>
          <p:nvPr>
            <p:ph type="body" sz="quarter" idx="17"/>
          </p:nvPr>
        </p:nvSpPr>
        <p:spPr>
          <a:xfrm>
            <a:off x="621792" y="5658536"/>
            <a:ext cx="2048256" cy="499873"/>
          </a:xfrm>
          <a:prstGeom prst="round2SameRect">
            <a:avLst>
              <a:gd name="adj1" fmla="val 0"/>
              <a:gd name="adj2" fmla="val 12768"/>
            </a:avLst>
          </a:prstGeom>
          <a:solidFill>
            <a:schemeClr val="accent4"/>
          </a:solidFill>
        </p:spPr>
        <p:txBody>
          <a:bodyPr lIns="45720" rIns="45720" anchor="ctr">
            <a:noAutofit/>
          </a:bodyPr>
          <a:lstStyle>
            <a:lvl1pPr algn="ctr">
              <a:lnSpc>
                <a:spcPct val="100000"/>
              </a:lnSpc>
              <a:defRPr sz="1200" kern="100" cap="all" baseline="0">
                <a:solidFill>
                  <a:srgbClr val="C6DCD8"/>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25" name="Text Placeholder 12">
            <a:extLst>
              <a:ext uri="{FF2B5EF4-FFF2-40B4-BE49-F238E27FC236}">
                <a16:creationId xmlns:a16="http://schemas.microsoft.com/office/drawing/2014/main" id="{28F6B835-F60A-C328-DAF3-4792C2E4AF32}"/>
              </a:ext>
            </a:extLst>
          </p:cNvPr>
          <p:cNvSpPr>
            <a:spLocks noGrp="1"/>
          </p:cNvSpPr>
          <p:nvPr>
            <p:ph type="body" sz="quarter" idx="18"/>
          </p:nvPr>
        </p:nvSpPr>
        <p:spPr>
          <a:xfrm>
            <a:off x="2855214" y="659967"/>
            <a:ext cx="2048256" cy="539496"/>
          </a:xfrm>
          <a:prstGeom prst="round2SameRect">
            <a:avLst>
              <a:gd name="adj1" fmla="val 14691"/>
              <a:gd name="adj2" fmla="val 0"/>
            </a:avLst>
          </a:prstGeom>
          <a:solidFill>
            <a:schemeClr val="accent2"/>
          </a:solidFill>
        </p:spPr>
        <p:txBody>
          <a:bodyPr lIns="45720" rIns="45720" anchor="ctr" anchorCtr="0">
            <a:normAutofit/>
          </a:bodyPr>
          <a:lstStyle>
            <a:lvl1pPr algn="ctr">
              <a:lnSpc>
                <a:spcPct val="100000"/>
              </a:lnSpc>
              <a:spcBef>
                <a:spcPts val="0"/>
              </a:spcBef>
              <a:defRPr sz="1200" cap="all" baseline="0">
                <a:solidFill>
                  <a:schemeClr val="bg1"/>
                </a:solidFill>
              </a:defRPr>
            </a:lvl1pPr>
            <a:lvl2pPr marL="0" indent="0">
              <a:buNone/>
              <a:defRPr/>
            </a:lvl2pPr>
          </a:lstStyle>
          <a:p>
            <a:pPr lvl="0"/>
            <a:r>
              <a:rPr lang="en-US"/>
              <a:t>Click to edit Master text styles</a:t>
            </a:r>
          </a:p>
        </p:txBody>
      </p:sp>
      <p:sp>
        <p:nvSpPr>
          <p:cNvPr id="26" name="Text Placeholder 14">
            <a:extLst>
              <a:ext uri="{FF2B5EF4-FFF2-40B4-BE49-F238E27FC236}">
                <a16:creationId xmlns:a16="http://schemas.microsoft.com/office/drawing/2014/main" id="{CCE96A5E-7972-2D74-C8FA-71AFE2B51D8A}"/>
              </a:ext>
            </a:extLst>
          </p:cNvPr>
          <p:cNvSpPr>
            <a:spLocks noGrp="1"/>
          </p:cNvSpPr>
          <p:nvPr>
            <p:ph type="body" sz="quarter" idx="19"/>
          </p:nvPr>
        </p:nvSpPr>
        <p:spPr>
          <a:xfrm>
            <a:off x="2854008" y="1199463"/>
            <a:ext cx="2048256" cy="1260475"/>
          </a:xfrm>
          <a:prstGeom prst="round2SameRect">
            <a:avLst>
              <a:gd name="adj1" fmla="val 0"/>
              <a:gd name="adj2" fmla="val 4484"/>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7" name="Text Placeholder 14">
            <a:extLst>
              <a:ext uri="{FF2B5EF4-FFF2-40B4-BE49-F238E27FC236}">
                <a16:creationId xmlns:a16="http://schemas.microsoft.com/office/drawing/2014/main" id="{9DDA29A1-5DEC-3F24-5CDC-BF1A2A49A5A1}"/>
              </a:ext>
            </a:extLst>
          </p:cNvPr>
          <p:cNvSpPr>
            <a:spLocks noGrp="1"/>
          </p:cNvSpPr>
          <p:nvPr>
            <p:ph type="body" sz="quarter" idx="20"/>
          </p:nvPr>
        </p:nvSpPr>
        <p:spPr>
          <a:xfrm>
            <a:off x="2854008" y="2550220"/>
            <a:ext cx="2048256" cy="1742799"/>
          </a:xfrm>
          <a:prstGeom prst="round2SameRect">
            <a:avLst>
              <a:gd name="adj1" fmla="val 3541"/>
              <a:gd name="adj2" fmla="val 2303"/>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8" name="Text Placeholder 14">
            <a:extLst>
              <a:ext uri="{FF2B5EF4-FFF2-40B4-BE49-F238E27FC236}">
                <a16:creationId xmlns:a16="http://schemas.microsoft.com/office/drawing/2014/main" id="{875C8AAC-0A36-FEA0-5C38-B21DB2BDFFB4}"/>
              </a:ext>
            </a:extLst>
          </p:cNvPr>
          <p:cNvSpPr>
            <a:spLocks noGrp="1"/>
          </p:cNvSpPr>
          <p:nvPr>
            <p:ph type="body" sz="quarter" idx="21"/>
          </p:nvPr>
        </p:nvSpPr>
        <p:spPr>
          <a:xfrm>
            <a:off x="2854008" y="4376326"/>
            <a:ext cx="2048256" cy="1282212"/>
          </a:xfrm>
          <a:prstGeom prst="round2SameRect">
            <a:avLst>
              <a:gd name="adj1" fmla="val 5361"/>
              <a:gd name="adj2" fmla="val 0"/>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29" name="Text Placeholder 14">
            <a:extLst>
              <a:ext uri="{FF2B5EF4-FFF2-40B4-BE49-F238E27FC236}">
                <a16:creationId xmlns:a16="http://schemas.microsoft.com/office/drawing/2014/main" id="{6AA4BBDE-A14E-D6E8-C674-79F4ECC8604A}"/>
              </a:ext>
            </a:extLst>
          </p:cNvPr>
          <p:cNvSpPr>
            <a:spLocks noGrp="1"/>
          </p:cNvSpPr>
          <p:nvPr>
            <p:ph type="body" sz="quarter" idx="22"/>
          </p:nvPr>
        </p:nvSpPr>
        <p:spPr>
          <a:xfrm>
            <a:off x="2854008" y="5658536"/>
            <a:ext cx="2048256" cy="499873"/>
          </a:xfrm>
          <a:prstGeom prst="round2SameRect">
            <a:avLst>
              <a:gd name="adj1" fmla="val 0"/>
              <a:gd name="adj2" fmla="val 12768"/>
            </a:avLst>
          </a:prstGeom>
          <a:solidFill>
            <a:schemeClr val="accent2"/>
          </a:solidFill>
        </p:spPr>
        <p:txBody>
          <a:bodyPr rIns="45720" anchor="ctr">
            <a:noAutofit/>
          </a:bodyPr>
          <a:lstStyle>
            <a:lvl1pPr algn="ctr">
              <a:lnSpc>
                <a:spcPct val="100000"/>
              </a:lnSpc>
              <a:defRPr sz="1200" kern="100" cap="all" baseline="0">
                <a:solidFill>
                  <a:schemeClr val="bg1"/>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30" name="Text Placeholder 12">
            <a:extLst>
              <a:ext uri="{FF2B5EF4-FFF2-40B4-BE49-F238E27FC236}">
                <a16:creationId xmlns:a16="http://schemas.microsoft.com/office/drawing/2014/main" id="{DAF00207-E464-3632-BDD8-1970AAB3AD11}"/>
              </a:ext>
            </a:extLst>
          </p:cNvPr>
          <p:cNvSpPr>
            <a:spLocks noGrp="1"/>
          </p:cNvSpPr>
          <p:nvPr>
            <p:ph type="body" sz="quarter" idx="23"/>
          </p:nvPr>
        </p:nvSpPr>
        <p:spPr>
          <a:xfrm>
            <a:off x="5088636" y="659967"/>
            <a:ext cx="2048256" cy="539496"/>
          </a:xfrm>
          <a:prstGeom prst="round2SameRect">
            <a:avLst>
              <a:gd name="adj1" fmla="val 14691"/>
              <a:gd name="adj2" fmla="val 0"/>
            </a:avLst>
          </a:prstGeom>
          <a:solidFill>
            <a:schemeClr val="accent5"/>
          </a:solidFill>
        </p:spPr>
        <p:txBody>
          <a:bodyPr lIns="45720" rIns="45720" anchor="ctr" anchorCtr="0">
            <a:normAutofit/>
          </a:bodyPr>
          <a:lstStyle>
            <a:lvl1pPr algn="ctr">
              <a:lnSpc>
                <a:spcPct val="100000"/>
              </a:lnSpc>
              <a:spcBef>
                <a:spcPts val="0"/>
              </a:spcBef>
              <a:defRPr sz="1200" cap="all" baseline="0">
                <a:solidFill>
                  <a:schemeClr val="tx2"/>
                </a:solidFill>
              </a:defRPr>
            </a:lvl1pPr>
            <a:lvl2pPr marL="0" indent="0">
              <a:buNone/>
              <a:defRPr/>
            </a:lvl2pPr>
          </a:lstStyle>
          <a:p>
            <a:pPr lvl="0"/>
            <a:r>
              <a:rPr lang="en-US"/>
              <a:t>Click to edit Master text styles</a:t>
            </a:r>
          </a:p>
        </p:txBody>
      </p:sp>
      <p:sp>
        <p:nvSpPr>
          <p:cNvPr id="31" name="Text Placeholder 14">
            <a:extLst>
              <a:ext uri="{FF2B5EF4-FFF2-40B4-BE49-F238E27FC236}">
                <a16:creationId xmlns:a16="http://schemas.microsoft.com/office/drawing/2014/main" id="{4FEE327D-DE1E-0C92-9F41-BB8B99B97E53}"/>
              </a:ext>
            </a:extLst>
          </p:cNvPr>
          <p:cNvSpPr>
            <a:spLocks noGrp="1"/>
          </p:cNvSpPr>
          <p:nvPr>
            <p:ph type="body" sz="quarter" idx="24"/>
          </p:nvPr>
        </p:nvSpPr>
        <p:spPr>
          <a:xfrm>
            <a:off x="5087430" y="1199463"/>
            <a:ext cx="2048256" cy="1260475"/>
          </a:xfrm>
          <a:prstGeom prst="round2SameRect">
            <a:avLst>
              <a:gd name="adj1" fmla="val 0"/>
              <a:gd name="adj2" fmla="val 4484"/>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2" name="Text Placeholder 14">
            <a:extLst>
              <a:ext uri="{FF2B5EF4-FFF2-40B4-BE49-F238E27FC236}">
                <a16:creationId xmlns:a16="http://schemas.microsoft.com/office/drawing/2014/main" id="{33D71C97-F86D-B4B9-E66C-57E124388C06}"/>
              </a:ext>
            </a:extLst>
          </p:cNvPr>
          <p:cNvSpPr>
            <a:spLocks noGrp="1"/>
          </p:cNvSpPr>
          <p:nvPr>
            <p:ph type="body" sz="quarter" idx="25"/>
          </p:nvPr>
        </p:nvSpPr>
        <p:spPr>
          <a:xfrm>
            <a:off x="5087430" y="2550220"/>
            <a:ext cx="2048256" cy="1742799"/>
          </a:xfrm>
          <a:prstGeom prst="round2SameRect">
            <a:avLst>
              <a:gd name="adj1" fmla="val 3541"/>
              <a:gd name="adj2" fmla="val 2303"/>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3" name="Text Placeholder 14">
            <a:extLst>
              <a:ext uri="{FF2B5EF4-FFF2-40B4-BE49-F238E27FC236}">
                <a16:creationId xmlns:a16="http://schemas.microsoft.com/office/drawing/2014/main" id="{E4F4271D-8C8B-AA69-CC79-D441ECADFF4C}"/>
              </a:ext>
            </a:extLst>
          </p:cNvPr>
          <p:cNvSpPr>
            <a:spLocks noGrp="1"/>
          </p:cNvSpPr>
          <p:nvPr>
            <p:ph type="body" sz="quarter" idx="26"/>
          </p:nvPr>
        </p:nvSpPr>
        <p:spPr>
          <a:xfrm>
            <a:off x="5087430" y="4376326"/>
            <a:ext cx="2048256" cy="1282212"/>
          </a:xfrm>
          <a:prstGeom prst="round2SameRect">
            <a:avLst>
              <a:gd name="adj1" fmla="val 5361"/>
              <a:gd name="adj2" fmla="val 0"/>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4" name="Text Placeholder 14">
            <a:extLst>
              <a:ext uri="{FF2B5EF4-FFF2-40B4-BE49-F238E27FC236}">
                <a16:creationId xmlns:a16="http://schemas.microsoft.com/office/drawing/2014/main" id="{1CA48C3D-B322-63A9-F5F3-99B279B8D08E}"/>
              </a:ext>
            </a:extLst>
          </p:cNvPr>
          <p:cNvSpPr>
            <a:spLocks noGrp="1"/>
          </p:cNvSpPr>
          <p:nvPr>
            <p:ph type="body" sz="quarter" idx="27"/>
          </p:nvPr>
        </p:nvSpPr>
        <p:spPr>
          <a:xfrm>
            <a:off x="5087430" y="5658536"/>
            <a:ext cx="2048256" cy="499873"/>
          </a:xfrm>
          <a:prstGeom prst="round2SameRect">
            <a:avLst>
              <a:gd name="adj1" fmla="val 0"/>
              <a:gd name="adj2" fmla="val 12768"/>
            </a:avLst>
          </a:prstGeom>
          <a:solidFill>
            <a:schemeClr val="accent5"/>
          </a:solidFill>
        </p:spPr>
        <p:txBody>
          <a:bodyPr rIns="45720" anchor="ctr">
            <a:noAutofit/>
          </a:bodyPr>
          <a:lstStyle>
            <a:lvl1pPr algn="ctr">
              <a:lnSpc>
                <a:spcPct val="100000"/>
              </a:lnSpc>
              <a:defRPr sz="1200" kern="100" cap="all" baseline="0">
                <a:solidFill>
                  <a:schemeClr val="tx2"/>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35" name="Text Placeholder 12">
            <a:extLst>
              <a:ext uri="{FF2B5EF4-FFF2-40B4-BE49-F238E27FC236}">
                <a16:creationId xmlns:a16="http://schemas.microsoft.com/office/drawing/2014/main" id="{FDD459A8-46C6-6D44-3D1D-00CA482CA5F9}"/>
              </a:ext>
            </a:extLst>
          </p:cNvPr>
          <p:cNvSpPr>
            <a:spLocks noGrp="1"/>
          </p:cNvSpPr>
          <p:nvPr>
            <p:ph type="body" sz="quarter" idx="28"/>
          </p:nvPr>
        </p:nvSpPr>
        <p:spPr>
          <a:xfrm>
            <a:off x="7322058" y="659967"/>
            <a:ext cx="2048256" cy="539496"/>
          </a:xfrm>
          <a:prstGeom prst="round2SameRect">
            <a:avLst>
              <a:gd name="adj1" fmla="val 14691"/>
              <a:gd name="adj2" fmla="val 0"/>
            </a:avLst>
          </a:prstGeom>
          <a:solidFill>
            <a:schemeClr val="accent6"/>
          </a:solidFill>
        </p:spPr>
        <p:txBody>
          <a:bodyPr lIns="45720" rIns="45720" anchor="ctr" anchorCtr="0">
            <a:normAutofit/>
          </a:bodyPr>
          <a:lstStyle>
            <a:lvl1pPr algn="ctr">
              <a:lnSpc>
                <a:spcPct val="100000"/>
              </a:lnSpc>
              <a:spcBef>
                <a:spcPts val="0"/>
              </a:spcBef>
              <a:defRPr sz="1200" cap="all" baseline="0">
                <a:solidFill>
                  <a:schemeClr val="tx2"/>
                </a:solidFill>
              </a:defRPr>
            </a:lvl1pPr>
            <a:lvl2pPr marL="0" indent="0">
              <a:buNone/>
              <a:defRPr/>
            </a:lvl2pPr>
          </a:lstStyle>
          <a:p>
            <a:pPr lvl="0"/>
            <a:r>
              <a:rPr lang="en-US"/>
              <a:t>Click to edit Master text styles</a:t>
            </a:r>
          </a:p>
        </p:txBody>
      </p:sp>
      <p:sp>
        <p:nvSpPr>
          <p:cNvPr id="36" name="Text Placeholder 14">
            <a:extLst>
              <a:ext uri="{FF2B5EF4-FFF2-40B4-BE49-F238E27FC236}">
                <a16:creationId xmlns:a16="http://schemas.microsoft.com/office/drawing/2014/main" id="{57CFA1C4-B3E7-ABE2-7E93-415A4B49176D}"/>
              </a:ext>
            </a:extLst>
          </p:cNvPr>
          <p:cNvSpPr>
            <a:spLocks noGrp="1"/>
          </p:cNvSpPr>
          <p:nvPr>
            <p:ph type="body" sz="quarter" idx="29"/>
          </p:nvPr>
        </p:nvSpPr>
        <p:spPr>
          <a:xfrm>
            <a:off x="7320852" y="1199463"/>
            <a:ext cx="2048256" cy="1260475"/>
          </a:xfrm>
          <a:prstGeom prst="round2SameRect">
            <a:avLst>
              <a:gd name="adj1" fmla="val 0"/>
              <a:gd name="adj2" fmla="val 4484"/>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7" name="Text Placeholder 14">
            <a:extLst>
              <a:ext uri="{FF2B5EF4-FFF2-40B4-BE49-F238E27FC236}">
                <a16:creationId xmlns:a16="http://schemas.microsoft.com/office/drawing/2014/main" id="{4CD6AF68-3BBC-8780-5246-9F3DE1D32099}"/>
              </a:ext>
            </a:extLst>
          </p:cNvPr>
          <p:cNvSpPr>
            <a:spLocks noGrp="1"/>
          </p:cNvSpPr>
          <p:nvPr>
            <p:ph type="body" sz="quarter" idx="30"/>
          </p:nvPr>
        </p:nvSpPr>
        <p:spPr>
          <a:xfrm>
            <a:off x="7320852" y="2550220"/>
            <a:ext cx="2048256" cy="1742799"/>
          </a:xfrm>
          <a:prstGeom prst="round2SameRect">
            <a:avLst>
              <a:gd name="adj1" fmla="val 3541"/>
              <a:gd name="adj2" fmla="val 2303"/>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8" name="Text Placeholder 14">
            <a:extLst>
              <a:ext uri="{FF2B5EF4-FFF2-40B4-BE49-F238E27FC236}">
                <a16:creationId xmlns:a16="http://schemas.microsoft.com/office/drawing/2014/main" id="{E48885AC-F26D-287B-D56A-2B72EE6D0162}"/>
              </a:ext>
            </a:extLst>
          </p:cNvPr>
          <p:cNvSpPr>
            <a:spLocks noGrp="1"/>
          </p:cNvSpPr>
          <p:nvPr>
            <p:ph type="body" sz="quarter" idx="31"/>
          </p:nvPr>
        </p:nvSpPr>
        <p:spPr>
          <a:xfrm>
            <a:off x="7320852" y="4376326"/>
            <a:ext cx="2048256" cy="1282212"/>
          </a:xfrm>
          <a:prstGeom prst="round2SameRect">
            <a:avLst>
              <a:gd name="adj1" fmla="val 5361"/>
              <a:gd name="adj2" fmla="val 0"/>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9" name="Text Placeholder 14">
            <a:extLst>
              <a:ext uri="{FF2B5EF4-FFF2-40B4-BE49-F238E27FC236}">
                <a16:creationId xmlns:a16="http://schemas.microsoft.com/office/drawing/2014/main" id="{5E429C3B-5713-D2F5-5127-67E3436E992E}"/>
              </a:ext>
            </a:extLst>
          </p:cNvPr>
          <p:cNvSpPr>
            <a:spLocks noGrp="1"/>
          </p:cNvSpPr>
          <p:nvPr>
            <p:ph type="body" sz="quarter" idx="32"/>
          </p:nvPr>
        </p:nvSpPr>
        <p:spPr>
          <a:xfrm>
            <a:off x="7320852" y="5658536"/>
            <a:ext cx="2048256" cy="499873"/>
          </a:xfrm>
          <a:prstGeom prst="round2SameRect">
            <a:avLst>
              <a:gd name="adj1" fmla="val 0"/>
              <a:gd name="adj2" fmla="val 12768"/>
            </a:avLst>
          </a:prstGeom>
          <a:solidFill>
            <a:schemeClr val="accent6"/>
          </a:solidFill>
        </p:spPr>
        <p:txBody>
          <a:bodyPr rIns="45720" anchor="ctr">
            <a:noAutofit/>
          </a:bodyPr>
          <a:lstStyle>
            <a:lvl1pPr algn="ctr">
              <a:lnSpc>
                <a:spcPct val="100000"/>
              </a:lnSpc>
              <a:defRPr sz="1200" kern="100" cap="all" baseline="0">
                <a:solidFill>
                  <a:schemeClr val="tx2"/>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sp>
        <p:nvSpPr>
          <p:cNvPr id="40" name="Text Placeholder 12">
            <a:extLst>
              <a:ext uri="{FF2B5EF4-FFF2-40B4-BE49-F238E27FC236}">
                <a16:creationId xmlns:a16="http://schemas.microsoft.com/office/drawing/2014/main" id="{263D7346-3214-8B9A-837C-A0AD2EE4987A}"/>
              </a:ext>
            </a:extLst>
          </p:cNvPr>
          <p:cNvSpPr>
            <a:spLocks noGrp="1"/>
          </p:cNvSpPr>
          <p:nvPr>
            <p:ph type="body" sz="quarter" idx="33"/>
          </p:nvPr>
        </p:nvSpPr>
        <p:spPr>
          <a:xfrm>
            <a:off x="9555480" y="659967"/>
            <a:ext cx="2048256" cy="539496"/>
          </a:xfrm>
          <a:prstGeom prst="round2SameRect">
            <a:avLst>
              <a:gd name="adj1" fmla="val 14691"/>
              <a:gd name="adj2" fmla="val 0"/>
            </a:avLst>
          </a:prstGeom>
          <a:solidFill>
            <a:schemeClr val="tx2"/>
          </a:solidFill>
        </p:spPr>
        <p:txBody>
          <a:bodyPr lIns="45720" rIns="45720" anchor="ctr" anchorCtr="0">
            <a:normAutofit/>
          </a:bodyPr>
          <a:lstStyle>
            <a:lvl1pPr algn="ctr">
              <a:lnSpc>
                <a:spcPct val="100000"/>
              </a:lnSpc>
              <a:spcBef>
                <a:spcPts val="0"/>
              </a:spcBef>
              <a:defRPr sz="1200" cap="all" baseline="0">
                <a:solidFill>
                  <a:schemeClr val="bg1"/>
                </a:solidFill>
              </a:defRPr>
            </a:lvl1pPr>
            <a:lvl2pPr marL="0" indent="0">
              <a:buNone/>
              <a:defRPr/>
            </a:lvl2pPr>
          </a:lstStyle>
          <a:p>
            <a:pPr lvl="0"/>
            <a:r>
              <a:rPr lang="en-US"/>
              <a:t>Click to edit Master text styles</a:t>
            </a:r>
          </a:p>
        </p:txBody>
      </p:sp>
      <p:sp>
        <p:nvSpPr>
          <p:cNvPr id="41" name="Text Placeholder 14">
            <a:extLst>
              <a:ext uri="{FF2B5EF4-FFF2-40B4-BE49-F238E27FC236}">
                <a16:creationId xmlns:a16="http://schemas.microsoft.com/office/drawing/2014/main" id="{A0B438E2-44D6-001F-FDE7-C1EC6EFEFE6E}"/>
              </a:ext>
            </a:extLst>
          </p:cNvPr>
          <p:cNvSpPr>
            <a:spLocks noGrp="1"/>
          </p:cNvSpPr>
          <p:nvPr>
            <p:ph type="body" sz="quarter" idx="34"/>
          </p:nvPr>
        </p:nvSpPr>
        <p:spPr>
          <a:xfrm>
            <a:off x="9555480" y="1199463"/>
            <a:ext cx="2048256" cy="1260475"/>
          </a:xfrm>
          <a:prstGeom prst="round2SameRect">
            <a:avLst>
              <a:gd name="adj1" fmla="val 0"/>
              <a:gd name="adj2" fmla="val 4484"/>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42" name="Text Placeholder 14">
            <a:extLst>
              <a:ext uri="{FF2B5EF4-FFF2-40B4-BE49-F238E27FC236}">
                <a16:creationId xmlns:a16="http://schemas.microsoft.com/office/drawing/2014/main" id="{BF7C8334-6D53-CA69-1F64-B769059C9899}"/>
              </a:ext>
            </a:extLst>
          </p:cNvPr>
          <p:cNvSpPr>
            <a:spLocks noGrp="1"/>
          </p:cNvSpPr>
          <p:nvPr>
            <p:ph type="body" sz="quarter" idx="35"/>
          </p:nvPr>
        </p:nvSpPr>
        <p:spPr>
          <a:xfrm>
            <a:off x="9555480" y="2550220"/>
            <a:ext cx="2048256" cy="1742799"/>
          </a:xfrm>
          <a:prstGeom prst="round2SameRect">
            <a:avLst>
              <a:gd name="adj1" fmla="val 3541"/>
              <a:gd name="adj2" fmla="val 2303"/>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43" name="Text Placeholder 14">
            <a:extLst>
              <a:ext uri="{FF2B5EF4-FFF2-40B4-BE49-F238E27FC236}">
                <a16:creationId xmlns:a16="http://schemas.microsoft.com/office/drawing/2014/main" id="{E651FCBC-9371-5A5C-1D41-08F4756B52E6}"/>
              </a:ext>
            </a:extLst>
          </p:cNvPr>
          <p:cNvSpPr>
            <a:spLocks noGrp="1"/>
          </p:cNvSpPr>
          <p:nvPr>
            <p:ph type="body" sz="quarter" idx="36"/>
          </p:nvPr>
        </p:nvSpPr>
        <p:spPr>
          <a:xfrm>
            <a:off x="9555480" y="4376326"/>
            <a:ext cx="2048256" cy="1282212"/>
          </a:xfrm>
          <a:prstGeom prst="round2SameRect">
            <a:avLst>
              <a:gd name="adj1" fmla="val 5361"/>
              <a:gd name="adj2" fmla="val 0"/>
            </a:avLst>
          </a:prstGeom>
          <a:solidFill>
            <a:srgbClr val="FFFFFF"/>
          </a:solidFill>
        </p:spPr>
        <p:txBody>
          <a:bodyPr lIns="45720" rIns="45720" anchor="ctr">
            <a:noAutofit/>
          </a:bodyPr>
          <a:lstStyle>
            <a:lvl1pPr algn="ctr">
              <a:lnSpc>
                <a:spcPct val="100000"/>
              </a:lnSpc>
              <a:defRPr sz="1100"/>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44" name="Text Placeholder 14">
            <a:extLst>
              <a:ext uri="{FF2B5EF4-FFF2-40B4-BE49-F238E27FC236}">
                <a16:creationId xmlns:a16="http://schemas.microsoft.com/office/drawing/2014/main" id="{610BD657-CC3A-8776-636A-F86D4AFA9C6D}"/>
              </a:ext>
            </a:extLst>
          </p:cNvPr>
          <p:cNvSpPr>
            <a:spLocks noGrp="1"/>
          </p:cNvSpPr>
          <p:nvPr>
            <p:ph type="body" sz="quarter" idx="37"/>
          </p:nvPr>
        </p:nvSpPr>
        <p:spPr>
          <a:xfrm>
            <a:off x="9555480" y="5658536"/>
            <a:ext cx="2048256" cy="499873"/>
          </a:xfrm>
          <a:prstGeom prst="round2SameRect">
            <a:avLst>
              <a:gd name="adj1" fmla="val 0"/>
              <a:gd name="adj2" fmla="val 12768"/>
            </a:avLst>
          </a:prstGeom>
          <a:solidFill>
            <a:schemeClr val="tx2"/>
          </a:solidFill>
        </p:spPr>
        <p:txBody>
          <a:bodyPr rIns="45720" anchor="ctr">
            <a:noAutofit/>
          </a:bodyPr>
          <a:lstStyle>
            <a:lvl1pPr algn="ctr">
              <a:lnSpc>
                <a:spcPct val="100000"/>
              </a:lnSpc>
              <a:defRPr sz="1200" kern="100" cap="all" baseline="0">
                <a:solidFill>
                  <a:schemeClr val="bg1"/>
                </a:solidFill>
              </a:defRPr>
            </a:lvl1pPr>
            <a:lvl2pPr marL="0" indent="-91440" algn="ctr">
              <a:lnSpc>
                <a:spcPct val="100000"/>
              </a:lnSpc>
              <a:defRPr sz="1000"/>
            </a:lvl2pPr>
            <a:lvl3pPr indent="-91440" algn="ctr">
              <a:lnSpc>
                <a:spcPct val="100000"/>
              </a:lnSpc>
              <a:defRPr sz="1000"/>
            </a:lvl3pPr>
            <a:lvl4pPr algn="ctr">
              <a:defRPr sz="1100"/>
            </a:lvl4pPr>
            <a:lvl5pPr algn="ctr">
              <a:defRPr sz="1100"/>
            </a:lvl5pPr>
          </a:lstStyle>
          <a:p>
            <a:pPr lvl="0"/>
            <a:r>
              <a:rPr lang="en-US"/>
              <a:t>Click to edit Master text styles</a:t>
            </a:r>
          </a:p>
        </p:txBody>
      </p:sp>
      <p:pic>
        <p:nvPicPr>
          <p:cNvPr id="6" name="Graphic 5" descr="Lilly Logo">
            <a:extLst>
              <a:ext uri="{FF2B5EF4-FFF2-40B4-BE49-F238E27FC236}">
                <a16:creationId xmlns:a16="http://schemas.microsoft.com/office/drawing/2014/main" id="{D7989316-2A73-4C77-DDE5-01A38F6364A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2456311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ject Framework Style 02 (Three-Color)">
    <p:bg>
      <p:bgPr>
        <a:solidFill>
          <a:srgbClr val="FDD1B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1664208" y="1097280"/>
            <a:ext cx="9966960" cy="429768"/>
          </a:xfrm>
          <a:prstGeom prst="roundRect">
            <a:avLst/>
          </a:prstGeom>
          <a:solidFill>
            <a:schemeClr val="accent1"/>
          </a:solidFill>
        </p:spPr>
        <p:txBody>
          <a:bodyPr lIns="45720" rIns="45720" anchor="ctr" anchorCtr="0">
            <a:normAutofit/>
          </a:bodyPr>
          <a:lstStyle>
            <a:lvl1pPr algn="ctr">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2" name="Text Placeholder 12">
            <a:extLst>
              <a:ext uri="{FF2B5EF4-FFF2-40B4-BE49-F238E27FC236}">
                <a16:creationId xmlns:a16="http://schemas.microsoft.com/office/drawing/2014/main" id="{7336E2F2-7780-ED89-3A08-76770E2ADCFB}"/>
              </a:ext>
            </a:extLst>
          </p:cNvPr>
          <p:cNvSpPr>
            <a:spLocks noGrp="1"/>
          </p:cNvSpPr>
          <p:nvPr>
            <p:ph type="body" sz="quarter" idx="15"/>
          </p:nvPr>
        </p:nvSpPr>
        <p:spPr>
          <a:xfrm>
            <a:off x="1664208" y="1638300"/>
            <a:ext cx="3200400" cy="676656"/>
          </a:xfrm>
          <a:prstGeom prst="roundRect">
            <a:avLst>
              <a:gd name="adj" fmla="val 8718"/>
            </a:avLst>
          </a:prstGeom>
          <a:solidFill>
            <a:schemeClr val="accent1"/>
          </a:solidFill>
        </p:spPr>
        <p:txBody>
          <a:bodyPr lIns="45720" rIns="45720" anchor="ctr" anchorCtr="0">
            <a:normAutofit/>
          </a:bodyPr>
          <a:lstStyle>
            <a:lvl1pPr algn="ctr">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17" name="Text Placeholder 12">
            <a:extLst>
              <a:ext uri="{FF2B5EF4-FFF2-40B4-BE49-F238E27FC236}">
                <a16:creationId xmlns:a16="http://schemas.microsoft.com/office/drawing/2014/main" id="{3DAFC330-867E-E40A-4AF9-7AB9DB4805AD}"/>
              </a:ext>
            </a:extLst>
          </p:cNvPr>
          <p:cNvSpPr>
            <a:spLocks noGrp="1"/>
          </p:cNvSpPr>
          <p:nvPr>
            <p:ph type="body" sz="quarter" idx="16"/>
          </p:nvPr>
        </p:nvSpPr>
        <p:spPr>
          <a:xfrm>
            <a:off x="5047488" y="1638300"/>
            <a:ext cx="3200400" cy="676656"/>
          </a:xfrm>
          <a:prstGeom prst="roundRect">
            <a:avLst>
              <a:gd name="adj" fmla="val 8718"/>
            </a:avLst>
          </a:prstGeom>
          <a:solidFill>
            <a:schemeClr val="accent1"/>
          </a:solidFill>
        </p:spPr>
        <p:txBody>
          <a:bodyPr lIns="45720" rIns="45720" anchor="ctr" anchorCtr="0">
            <a:normAutofit/>
          </a:bodyPr>
          <a:lstStyle>
            <a:lvl1pPr algn="ctr">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18" name="Text Placeholder 12">
            <a:extLst>
              <a:ext uri="{FF2B5EF4-FFF2-40B4-BE49-F238E27FC236}">
                <a16:creationId xmlns:a16="http://schemas.microsoft.com/office/drawing/2014/main" id="{D9DEA1B0-9610-C565-420D-FD4DBE489D6A}"/>
              </a:ext>
            </a:extLst>
          </p:cNvPr>
          <p:cNvSpPr>
            <a:spLocks noGrp="1"/>
          </p:cNvSpPr>
          <p:nvPr>
            <p:ph type="body" sz="quarter" idx="17"/>
          </p:nvPr>
        </p:nvSpPr>
        <p:spPr>
          <a:xfrm>
            <a:off x="8430768" y="1638300"/>
            <a:ext cx="3200400" cy="676656"/>
          </a:xfrm>
          <a:prstGeom prst="roundRect">
            <a:avLst>
              <a:gd name="adj" fmla="val 8718"/>
            </a:avLst>
          </a:prstGeom>
          <a:solidFill>
            <a:schemeClr val="accent1"/>
          </a:solidFill>
        </p:spPr>
        <p:txBody>
          <a:bodyPr lIns="45720" rIns="45720" anchor="ctr" anchorCtr="0">
            <a:normAutofit/>
          </a:bodyPr>
          <a:lstStyle>
            <a:lvl1pPr algn="ctr">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19" name="Text Placeholder 12">
            <a:extLst>
              <a:ext uri="{FF2B5EF4-FFF2-40B4-BE49-F238E27FC236}">
                <a16:creationId xmlns:a16="http://schemas.microsoft.com/office/drawing/2014/main" id="{DFB74528-4D54-B9C2-89CE-CEECC3847AC3}"/>
              </a:ext>
            </a:extLst>
          </p:cNvPr>
          <p:cNvSpPr>
            <a:spLocks noGrp="1"/>
          </p:cNvSpPr>
          <p:nvPr>
            <p:ph type="body" sz="quarter" idx="18"/>
          </p:nvPr>
        </p:nvSpPr>
        <p:spPr>
          <a:xfrm>
            <a:off x="1664208" y="2426208"/>
            <a:ext cx="9966960" cy="292608"/>
          </a:xfrm>
          <a:prstGeom prst="roundRect">
            <a:avLst/>
          </a:prstGeom>
          <a:solidFill>
            <a:schemeClr val="tx1"/>
          </a:solidFill>
        </p:spPr>
        <p:txBody>
          <a:bodyPr lIns="91440" rIns="91440" anchor="ctr" anchorCtr="0">
            <a:normAutofit/>
          </a:bodyPr>
          <a:lstStyle>
            <a:lvl1pPr algn="l">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23" name="Text Placeholder 12">
            <a:extLst>
              <a:ext uri="{FF2B5EF4-FFF2-40B4-BE49-F238E27FC236}">
                <a16:creationId xmlns:a16="http://schemas.microsoft.com/office/drawing/2014/main" id="{3A79C568-8659-D4F8-13B9-0A976DB1E3B4}"/>
              </a:ext>
            </a:extLst>
          </p:cNvPr>
          <p:cNvSpPr>
            <a:spLocks noGrp="1"/>
          </p:cNvSpPr>
          <p:nvPr>
            <p:ph type="body" sz="quarter" idx="19"/>
          </p:nvPr>
        </p:nvSpPr>
        <p:spPr>
          <a:xfrm>
            <a:off x="1664208" y="2830068"/>
            <a:ext cx="9966960" cy="292608"/>
          </a:xfrm>
          <a:prstGeom prst="roundRect">
            <a:avLst/>
          </a:prstGeom>
          <a:solidFill>
            <a:schemeClr val="tx1"/>
          </a:solidFill>
        </p:spPr>
        <p:txBody>
          <a:bodyPr lIns="91440" rIns="91440" anchor="ctr" anchorCtr="0">
            <a:normAutofit/>
          </a:bodyPr>
          <a:lstStyle>
            <a:lvl1pPr algn="r">
              <a:lnSpc>
                <a:spcPct val="100000"/>
              </a:lnSpc>
              <a:spcBef>
                <a:spcPts val="0"/>
              </a:spcBef>
              <a:defRPr sz="950" cap="none" baseline="0">
                <a:solidFill>
                  <a:schemeClr val="bg1"/>
                </a:solidFill>
              </a:defRPr>
            </a:lvl1pPr>
            <a:lvl2pPr marL="0" indent="0">
              <a:buNone/>
              <a:defRPr/>
            </a:lvl2pPr>
          </a:lstStyle>
          <a:p>
            <a:pPr lvl="0"/>
            <a:r>
              <a:rPr lang="en-US"/>
              <a:t>Click to edit Master text styles</a:t>
            </a:r>
          </a:p>
        </p:txBody>
      </p:sp>
      <p:sp>
        <p:nvSpPr>
          <p:cNvPr id="24" name="Text Placeholder 12">
            <a:extLst>
              <a:ext uri="{FF2B5EF4-FFF2-40B4-BE49-F238E27FC236}">
                <a16:creationId xmlns:a16="http://schemas.microsoft.com/office/drawing/2014/main" id="{3DFCB1E4-D0F1-60E9-E4E0-B381E07A63C1}"/>
              </a:ext>
            </a:extLst>
          </p:cNvPr>
          <p:cNvSpPr>
            <a:spLocks noGrp="1"/>
          </p:cNvSpPr>
          <p:nvPr>
            <p:ph type="body" sz="quarter" idx="20"/>
          </p:nvPr>
        </p:nvSpPr>
        <p:spPr>
          <a:xfrm>
            <a:off x="1664208" y="3233928"/>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25" name="Text Placeholder 12">
            <a:extLst>
              <a:ext uri="{FF2B5EF4-FFF2-40B4-BE49-F238E27FC236}">
                <a16:creationId xmlns:a16="http://schemas.microsoft.com/office/drawing/2014/main" id="{8D4D9DF8-F8B1-3451-7277-104443967E22}"/>
              </a:ext>
            </a:extLst>
          </p:cNvPr>
          <p:cNvSpPr>
            <a:spLocks noGrp="1"/>
          </p:cNvSpPr>
          <p:nvPr>
            <p:ph type="body" sz="quarter" idx="21"/>
          </p:nvPr>
        </p:nvSpPr>
        <p:spPr>
          <a:xfrm>
            <a:off x="5047488" y="3233928"/>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26" name="Text Placeholder 12">
            <a:extLst>
              <a:ext uri="{FF2B5EF4-FFF2-40B4-BE49-F238E27FC236}">
                <a16:creationId xmlns:a16="http://schemas.microsoft.com/office/drawing/2014/main" id="{CEE59C68-B88A-3090-91C9-85CBA42A9C64}"/>
              </a:ext>
            </a:extLst>
          </p:cNvPr>
          <p:cNvSpPr>
            <a:spLocks noGrp="1"/>
          </p:cNvSpPr>
          <p:nvPr>
            <p:ph type="body" sz="quarter" idx="22"/>
          </p:nvPr>
        </p:nvSpPr>
        <p:spPr>
          <a:xfrm>
            <a:off x="8430768" y="3233928"/>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27" name="Text Placeholder 12">
            <a:extLst>
              <a:ext uri="{FF2B5EF4-FFF2-40B4-BE49-F238E27FC236}">
                <a16:creationId xmlns:a16="http://schemas.microsoft.com/office/drawing/2014/main" id="{E0A79B9F-470F-0300-F66B-B60AEA005EF8}"/>
              </a:ext>
            </a:extLst>
          </p:cNvPr>
          <p:cNvSpPr>
            <a:spLocks noGrp="1"/>
          </p:cNvSpPr>
          <p:nvPr>
            <p:ph type="body" sz="quarter" idx="23"/>
          </p:nvPr>
        </p:nvSpPr>
        <p:spPr>
          <a:xfrm>
            <a:off x="1664208" y="4314444"/>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28" name="Text Placeholder 12">
            <a:extLst>
              <a:ext uri="{FF2B5EF4-FFF2-40B4-BE49-F238E27FC236}">
                <a16:creationId xmlns:a16="http://schemas.microsoft.com/office/drawing/2014/main" id="{1327F0F8-4B6E-4D0C-4B1D-6EDF9A091231}"/>
              </a:ext>
            </a:extLst>
          </p:cNvPr>
          <p:cNvSpPr>
            <a:spLocks noGrp="1"/>
          </p:cNvSpPr>
          <p:nvPr>
            <p:ph type="body" sz="quarter" idx="24"/>
          </p:nvPr>
        </p:nvSpPr>
        <p:spPr>
          <a:xfrm>
            <a:off x="5047488" y="4314444"/>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29" name="Text Placeholder 12">
            <a:extLst>
              <a:ext uri="{FF2B5EF4-FFF2-40B4-BE49-F238E27FC236}">
                <a16:creationId xmlns:a16="http://schemas.microsoft.com/office/drawing/2014/main" id="{31F43EB5-6A69-B925-5CD0-9581641F632B}"/>
              </a:ext>
            </a:extLst>
          </p:cNvPr>
          <p:cNvSpPr>
            <a:spLocks noGrp="1"/>
          </p:cNvSpPr>
          <p:nvPr>
            <p:ph type="body" sz="quarter" idx="25"/>
          </p:nvPr>
        </p:nvSpPr>
        <p:spPr>
          <a:xfrm>
            <a:off x="8430768" y="4314444"/>
            <a:ext cx="3200400" cy="969264"/>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30" name="Text Placeholder 12">
            <a:extLst>
              <a:ext uri="{FF2B5EF4-FFF2-40B4-BE49-F238E27FC236}">
                <a16:creationId xmlns:a16="http://schemas.microsoft.com/office/drawing/2014/main" id="{18B3E7EE-A593-DE82-16A2-6AD4551CC239}"/>
              </a:ext>
            </a:extLst>
          </p:cNvPr>
          <p:cNvSpPr>
            <a:spLocks noGrp="1"/>
          </p:cNvSpPr>
          <p:nvPr>
            <p:ph type="body" sz="quarter" idx="26"/>
          </p:nvPr>
        </p:nvSpPr>
        <p:spPr>
          <a:xfrm>
            <a:off x="1664208" y="5394960"/>
            <a:ext cx="3200400" cy="493776"/>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31" name="Text Placeholder 12">
            <a:extLst>
              <a:ext uri="{FF2B5EF4-FFF2-40B4-BE49-F238E27FC236}">
                <a16:creationId xmlns:a16="http://schemas.microsoft.com/office/drawing/2014/main" id="{E8377075-22CD-AA19-08D4-78488701136A}"/>
              </a:ext>
            </a:extLst>
          </p:cNvPr>
          <p:cNvSpPr>
            <a:spLocks noGrp="1"/>
          </p:cNvSpPr>
          <p:nvPr>
            <p:ph type="body" sz="quarter" idx="27"/>
          </p:nvPr>
        </p:nvSpPr>
        <p:spPr>
          <a:xfrm>
            <a:off x="5047488" y="5394960"/>
            <a:ext cx="3200400" cy="493776"/>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32" name="Text Placeholder 12">
            <a:extLst>
              <a:ext uri="{FF2B5EF4-FFF2-40B4-BE49-F238E27FC236}">
                <a16:creationId xmlns:a16="http://schemas.microsoft.com/office/drawing/2014/main" id="{137F74FC-71E5-2A17-1FA0-EEF341FF9CF0}"/>
              </a:ext>
            </a:extLst>
          </p:cNvPr>
          <p:cNvSpPr>
            <a:spLocks noGrp="1"/>
          </p:cNvSpPr>
          <p:nvPr>
            <p:ph type="body" sz="quarter" idx="28"/>
          </p:nvPr>
        </p:nvSpPr>
        <p:spPr>
          <a:xfrm>
            <a:off x="8430768" y="5394960"/>
            <a:ext cx="3200400" cy="493776"/>
          </a:xfrm>
          <a:prstGeom prst="roundRect">
            <a:avLst>
              <a:gd name="adj" fmla="val 6637"/>
            </a:avLst>
          </a:prstGeom>
          <a:solidFill>
            <a:schemeClr val="bg1"/>
          </a:solidFill>
        </p:spPr>
        <p:txBody>
          <a:bodyPr lIns="45720" rIns="45720" anchor="ctr" anchorCtr="0">
            <a:normAutofit/>
          </a:bodyPr>
          <a:lstStyle>
            <a:lvl1pPr algn="ctr">
              <a:lnSpc>
                <a:spcPct val="100000"/>
              </a:lnSpc>
              <a:spcBef>
                <a:spcPts val="0"/>
              </a:spcBef>
              <a:defRPr sz="950" cap="none" baseline="0">
                <a:solidFill>
                  <a:schemeClr val="tx1"/>
                </a:solidFill>
              </a:defRPr>
            </a:lvl1pPr>
            <a:lvl2pPr marL="0" indent="0">
              <a:buNone/>
              <a:defRPr/>
            </a:lvl2pPr>
          </a:lstStyle>
          <a:p>
            <a:pPr lvl="0"/>
            <a:r>
              <a:rPr lang="en-US"/>
              <a:t>Click to edit Master text styles</a:t>
            </a:r>
          </a:p>
        </p:txBody>
      </p:sp>
      <p:sp>
        <p:nvSpPr>
          <p:cNvPr id="33" name="Text Placeholder 12">
            <a:extLst>
              <a:ext uri="{FF2B5EF4-FFF2-40B4-BE49-F238E27FC236}">
                <a16:creationId xmlns:a16="http://schemas.microsoft.com/office/drawing/2014/main" id="{A07ADC31-AE14-669B-4103-A483E355A700}"/>
              </a:ext>
            </a:extLst>
          </p:cNvPr>
          <p:cNvSpPr>
            <a:spLocks noGrp="1"/>
          </p:cNvSpPr>
          <p:nvPr>
            <p:ph type="body" sz="quarter" idx="29" hasCustomPrompt="1"/>
          </p:nvPr>
        </p:nvSpPr>
        <p:spPr>
          <a:xfrm>
            <a:off x="331458" y="1097280"/>
            <a:ext cx="1264977" cy="429768"/>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
        <p:nvSpPr>
          <p:cNvPr id="34" name="Text Placeholder 12">
            <a:extLst>
              <a:ext uri="{FF2B5EF4-FFF2-40B4-BE49-F238E27FC236}">
                <a16:creationId xmlns:a16="http://schemas.microsoft.com/office/drawing/2014/main" id="{1C9B1EA6-5C68-B01E-5699-C5DE25D428CD}"/>
              </a:ext>
            </a:extLst>
          </p:cNvPr>
          <p:cNvSpPr>
            <a:spLocks noGrp="1"/>
          </p:cNvSpPr>
          <p:nvPr>
            <p:ph type="body" sz="quarter" idx="30" hasCustomPrompt="1"/>
          </p:nvPr>
        </p:nvSpPr>
        <p:spPr>
          <a:xfrm>
            <a:off x="331458" y="1636776"/>
            <a:ext cx="1264977" cy="676656"/>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
        <p:nvSpPr>
          <p:cNvPr id="35" name="Text Placeholder 12">
            <a:extLst>
              <a:ext uri="{FF2B5EF4-FFF2-40B4-BE49-F238E27FC236}">
                <a16:creationId xmlns:a16="http://schemas.microsoft.com/office/drawing/2014/main" id="{CAC40CB3-A757-1417-4FC2-9DDF5F59D417}"/>
              </a:ext>
            </a:extLst>
          </p:cNvPr>
          <p:cNvSpPr>
            <a:spLocks noGrp="1"/>
          </p:cNvSpPr>
          <p:nvPr>
            <p:ph type="body" sz="quarter" idx="31" hasCustomPrompt="1"/>
          </p:nvPr>
        </p:nvSpPr>
        <p:spPr>
          <a:xfrm>
            <a:off x="329453" y="2423160"/>
            <a:ext cx="1261603" cy="704088"/>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
        <p:nvSpPr>
          <p:cNvPr id="37" name="Text Placeholder 12">
            <a:extLst>
              <a:ext uri="{FF2B5EF4-FFF2-40B4-BE49-F238E27FC236}">
                <a16:creationId xmlns:a16="http://schemas.microsoft.com/office/drawing/2014/main" id="{5A92FFEA-BB5A-3E2E-22BF-87069AF56CF6}"/>
              </a:ext>
            </a:extLst>
          </p:cNvPr>
          <p:cNvSpPr>
            <a:spLocks noGrp="1"/>
          </p:cNvSpPr>
          <p:nvPr>
            <p:ph type="body" sz="quarter" idx="33" hasCustomPrompt="1"/>
          </p:nvPr>
        </p:nvSpPr>
        <p:spPr>
          <a:xfrm>
            <a:off x="329453" y="3236976"/>
            <a:ext cx="1261603" cy="969264"/>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
        <p:nvSpPr>
          <p:cNvPr id="38" name="Text Placeholder 12">
            <a:extLst>
              <a:ext uri="{FF2B5EF4-FFF2-40B4-BE49-F238E27FC236}">
                <a16:creationId xmlns:a16="http://schemas.microsoft.com/office/drawing/2014/main" id="{7B12936C-E3B6-40EA-4861-D5721887484F}"/>
              </a:ext>
            </a:extLst>
          </p:cNvPr>
          <p:cNvSpPr>
            <a:spLocks noGrp="1"/>
          </p:cNvSpPr>
          <p:nvPr>
            <p:ph type="body" sz="quarter" idx="34" hasCustomPrompt="1"/>
          </p:nvPr>
        </p:nvSpPr>
        <p:spPr>
          <a:xfrm>
            <a:off x="331873" y="4315968"/>
            <a:ext cx="1261603" cy="969264"/>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
        <p:nvSpPr>
          <p:cNvPr id="39" name="Text Placeholder 12">
            <a:extLst>
              <a:ext uri="{FF2B5EF4-FFF2-40B4-BE49-F238E27FC236}">
                <a16:creationId xmlns:a16="http://schemas.microsoft.com/office/drawing/2014/main" id="{43E64475-8917-99AC-1E5F-E392A22C2A36}"/>
              </a:ext>
            </a:extLst>
          </p:cNvPr>
          <p:cNvSpPr>
            <a:spLocks noGrp="1"/>
          </p:cNvSpPr>
          <p:nvPr>
            <p:ph type="body" sz="quarter" idx="35" hasCustomPrompt="1"/>
          </p:nvPr>
        </p:nvSpPr>
        <p:spPr>
          <a:xfrm>
            <a:off x="329453" y="5394960"/>
            <a:ext cx="1261603" cy="493776"/>
          </a:xfrm>
          <a:prstGeom prst="rect">
            <a:avLst/>
          </a:prstGeom>
          <a:noFill/>
        </p:spPr>
        <p:txBody>
          <a:bodyPr lIns="45720" rIns="45720" anchor="ctr" anchorCtr="0">
            <a:normAutofit/>
          </a:bodyPr>
          <a:lstStyle>
            <a:lvl1pPr algn="r">
              <a:lnSpc>
                <a:spcPct val="100000"/>
              </a:lnSpc>
              <a:spcBef>
                <a:spcPts val="0"/>
              </a:spcBef>
              <a:defRPr sz="950" cap="none" baseline="0">
                <a:solidFill>
                  <a:schemeClr val="tx1"/>
                </a:solidFill>
              </a:defRPr>
            </a:lvl1pPr>
            <a:lvl2pPr marL="0" indent="0">
              <a:buNone/>
              <a:defRPr/>
            </a:lvl2pPr>
          </a:lstStyle>
          <a:p>
            <a:pPr lvl="0"/>
            <a:r>
              <a:rPr lang="en-US"/>
              <a:t>Text</a:t>
            </a:r>
          </a:p>
        </p:txBody>
      </p:sp>
    </p:spTree>
    <p:extLst>
      <p:ext uri="{BB962C8B-B14F-4D97-AF65-F5344CB8AC3E}">
        <p14:creationId xmlns:p14="http://schemas.microsoft.com/office/powerpoint/2010/main" val="20404597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ject Framework Style 03 (Three-Column)">
    <p:bg>
      <p:bgRef idx="1001">
        <a:schemeClr val="bg1"/>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621792" y="1938528"/>
            <a:ext cx="3246120"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670" b="0" i="0" cap="none" spc="0" baseline="0">
                <a:solidFill>
                  <a:schemeClr val="bg1"/>
                </a:solidFill>
                <a:latin typeface="Times New Roman" panose="02020603050405020304" pitchFamily="18" charset="0"/>
              </a:defRPr>
            </a:lvl1pPr>
            <a:lvl2pPr marL="0" indent="0">
              <a:buNone/>
              <a:defRPr/>
            </a:lvl2pPr>
          </a:lstStyle>
          <a:p>
            <a:pPr lvl="0"/>
            <a:r>
              <a:rPr lang="en-US"/>
              <a:t>Click to edit Master text styles</a:t>
            </a:r>
          </a:p>
        </p:txBody>
      </p:sp>
      <p:sp>
        <p:nvSpPr>
          <p:cNvPr id="15" name="Text Placeholder 14">
            <a:extLst>
              <a:ext uri="{FF2B5EF4-FFF2-40B4-BE49-F238E27FC236}">
                <a16:creationId xmlns:a16="http://schemas.microsoft.com/office/drawing/2014/main" id="{4C2909D6-4659-7C5B-E1FE-3E308054FB51}"/>
              </a:ext>
            </a:extLst>
          </p:cNvPr>
          <p:cNvSpPr>
            <a:spLocks noGrp="1"/>
          </p:cNvSpPr>
          <p:nvPr>
            <p:ph type="body" sz="quarter" idx="14"/>
          </p:nvPr>
        </p:nvSpPr>
        <p:spPr>
          <a:xfrm>
            <a:off x="621792" y="3523488"/>
            <a:ext cx="3291840" cy="2529840"/>
          </a:xfrm>
          <a:prstGeom prst="rect">
            <a:avLst/>
          </a:prstGeom>
          <a:noFill/>
        </p:spPr>
        <p:txBody>
          <a:bodyPr lIns="0" rIns="0" anchor="t" anchorCtr="0">
            <a:noAutofit/>
          </a:bodyPr>
          <a:lstStyle>
            <a:lvl1pPr algn="ctr">
              <a:lnSpc>
                <a:spcPct val="114000"/>
              </a:lnSpc>
              <a:spcBef>
                <a:spcPts val="0"/>
              </a:spcBef>
              <a:spcAft>
                <a:spcPts val="1200"/>
              </a:spcAft>
              <a:defRPr sz="1270"/>
            </a:lvl1pPr>
            <a:lvl2pPr marL="0" indent="0" algn="ctr">
              <a:lnSpc>
                <a:spcPct val="114000"/>
              </a:lnSpc>
              <a:buNone/>
              <a:defRPr sz="1470" b="1" i="0">
                <a:latin typeface="Arial Black" panose="020B0604020202020204" pitchFamily="34" charset="0"/>
              </a:defRPr>
            </a:lvl2pPr>
            <a:lvl3pPr marL="0" indent="0" algn="ctr">
              <a:lnSpc>
                <a:spcPct val="114000"/>
              </a:lnSpc>
              <a:buNone/>
              <a:defRPr sz="147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7" name="Title 1">
            <a:extLst>
              <a:ext uri="{FF2B5EF4-FFF2-40B4-BE49-F238E27FC236}">
                <a16:creationId xmlns:a16="http://schemas.microsoft.com/office/drawing/2014/main" id="{C8E52A8B-D8C0-7A3B-B8B9-5F60463B58FD}"/>
              </a:ext>
            </a:extLst>
          </p:cNvPr>
          <p:cNvSpPr>
            <a:spLocks noGrp="1"/>
          </p:cNvSpPr>
          <p:nvPr>
            <p:ph type="title"/>
          </p:nvPr>
        </p:nvSpPr>
        <p:spPr>
          <a:xfrm>
            <a:off x="621792" y="434917"/>
            <a:ext cx="10972800" cy="252517"/>
          </a:xfrm>
        </p:spPr>
        <p:txBody>
          <a:bodyPr>
            <a:noAutofit/>
          </a:bodyPr>
          <a:lstStyle>
            <a:lvl1pPr>
              <a:lnSpc>
                <a:spcPct val="100000"/>
              </a:lnSpc>
              <a:spcAft>
                <a:spcPts val="0"/>
              </a:spcAft>
              <a:defRPr sz="1750" b="1" i="0" cap="none" spc="0" baseline="0">
                <a:solidFill>
                  <a:schemeClr val="accent1"/>
                </a:solidFill>
                <a:latin typeface="Arial Black" panose="020B0604020202020204" pitchFamily="34" charset="0"/>
              </a:defRPr>
            </a:lvl1pPr>
          </a:lstStyle>
          <a:p>
            <a:r>
              <a:rPr lang="en-US"/>
              <a:t>Click to edit Master title style</a:t>
            </a:r>
          </a:p>
        </p:txBody>
      </p:sp>
      <p:sp>
        <p:nvSpPr>
          <p:cNvPr id="23" name="Text Placeholder 12">
            <a:extLst>
              <a:ext uri="{FF2B5EF4-FFF2-40B4-BE49-F238E27FC236}">
                <a16:creationId xmlns:a16="http://schemas.microsoft.com/office/drawing/2014/main" id="{FD8F0EAC-8B05-FEFD-8E39-E0C40D8852C5}"/>
              </a:ext>
            </a:extLst>
          </p:cNvPr>
          <p:cNvSpPr>
            <a:spLocks noGrp="1"/>
          </p:cNvSpPr>
          <p:nvPr>
            <p:ph type="body" sz="quarter" idx="16"/>
          </p:nvPr>
        </p:nvSpPr>
        <p:spPr>
          <a:xfrm>
            <a:off x="621792" y="1225296"/>
            <a:ext cx="10972800" cy="374904"/>
          </a:xfrm>
          <a:prstGeom prst="round2SameRect">
            <a:avLst>
              <a:gd name="adj1" fmla="val 14691"/>
              <a:gd name="adj2" fmla="val 0"/>
            </a:avLst>
          </a:prstGeom>
          <a:solidFill>
            <a:srgbClr val="FDE8E5"/>
          </a:solidFill>
        </p:spPr>
        <p:txBody>
          <a:bodyPr lIns="45720" rIns="45720" anchor="ctr" anchorCtr="0">
            <a:normAutofit/>
          </a:bodyPr>
          <a:lstStyle>
            <a:lvl1pPr algn="ctr">
              <a:lnSpc>
                <a:spcPct val="100000"/>
              </a:lnSpc>
              <a:spcBef>
                <a:spcPts val="0"/>
              </a:spcBef>
              <a:defRPr sz="1200" b="1" i="0" cap="all" baseline="0">
                <a:solidFill>
                  <a:schemeClr val="tx1"/>
                </a:solidFill>
                <a:latin typeface="Arial Black" panose="020B0604020202020204" pitchFamily="34" charset="0"/>
              </a:defRPr>
            </a:lvl1pPr>
            <a:lvl2pPr marL="0" indent="0">
              <a:buNone/>
              <a:defRPr/>
            </a:lvl2pPr>
          </a:lstStyle>
          <a:p>
            <a:pPr lvl="0"/>
            <a:r>
              <a:rPr lang="en-US"/>
              <a:t>Click to edit Master text styles</a:t>
            </a:r>
          </a:p>
        </p:txBody>
      </p:sp>
      <p:sp>
        <p:nvSpPr>
          <p:cNvPr id="26" name="Text Placeholder 12">
            <a:extLst>
              <a:ext uri="{FF2B5EF4-FFF2-40B4-BE49-F238E27FC236}">
                <a16:creationId xmlns:a16="http://schemas.microsoft.com/office/drawing/2014/main" id="{B21D3D42-6F48-395E-BDF5-07713F217256}"/>
              </a:ext>
            </a:extLst>
          </p:cNvPr>
          <p:cNvSpPr>
            <a:spLocks noGrp="1"/>
          </p:cNvSpPr>
          <p:nvPr>
            <p:ph type="body" sz="quarter" idx="17"/>
          </p:nvPr>
        </p:nvSpPr>
        <p:spPr>
          <a:xfrm>
            <a:off x="4485132" y="1938528"/>
            <a:ext cx="3246120"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670" b="0" i="0" cap="none" spc="0" baseline="0">
                <a:solidFill>
                  <a:schemeClr val="bg1"/>
                </a:solidFill>
                <a:latin typeface="Times New Roman" panose="02020603050405020304" pitchFamily="18" charset="0"/>
              </a:defRPr>
            </a:lvl1pPr>
            <a:lvl2pPr marL="0" indent="0">
              <a:buNone/>
              <a:defRPr/>
            </a:lvl2pPr>
          </a:lstStyle>
          <a:p>
            <a:pPr lvl="0"/>
            <a:r>
              <a:rPr lang="en-US"/>
              <a:t>Click to edit Master text styles</a:t>
            </a:r>
          </a:p>
        </p:txBody>
      </p:sp>
      <p:sp>
        <p:nvSpPr>
          <p:cNvPr id="28" name="Text Placeholder 12">
            <a:extLst>
              <a:ext uri="{FF2B5EF4-FFF2-40B4-BE49-F238E27FC236}">
                <a16:creationId xmlns:a16="http://schemas.microsoft.com/office/drawing/2014/main" id="{CA130F3B-DF95-EF97-1DBF-BAED9E55D62F}"/>
              </a:ext>
            </a:extLst>
          </p:cNvPr>
          <p:cNvSpPr>
            <a:spLocks noGrp="1"/>
          </p:cNvSpPr>
          <p:nvPr>
            <p:ph type="body" sz="quarter" idx="19"/>
          </p:nvPr>
        </p:nvSpPr>
        <p:spPr>
          <a:xfrm>
            <a:off x="8348472" y="1938528"/>
            <a:ext cx="3246120"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670" b="0" i="0" cap="none" spc="0" baseline="0">
                <a:solidFill>
                  <a:schemeClr val="bg1"/>
                </a:solidFill>
                <a:latin typeface="Times New Roman" panose="02020603050405020304" pitchFamily="18" charset="0"/>
              </a:defRPr>
            </a:lvl1pPr>
            <a:lvl2pPr marL="0" indent="0">
              <a:buNone/>
              <a:defRPr/>
            </a:lvl2pPr>
          </a:lstStyle>
          <a:p>
            <a:pPr lvl="0"/>
            <a:r>
              <a:rPr lang="en-US"/>
              <a:t>Click to edit Master text styles</a:t>
            </a:r>
          </a:p>
        </p:txBody>
      </p:sp>
      <p:sp>
        <p:nvSpPr>
          <p:cNvPr id="30" name="Text Placeholder 12">
            <a:extLst>
              <a:ext uri="{FF2B5EF4-FFF2-40B4-BE49-F238E27FC236}">
                <a16:creationId xmlns:a16="http://schemas.microsoft.com/office/drawing/2014/main" id="{A2FB8574-9290-1349-8FF5-FA79451A35DA}"/>
              </a:ext>
            </a:extLst>
          </p:cNvPr>
          <p:cNvSpPr>
            <a:spLocks noGrp="1"/>
          </p:cNvSpPr>
          <p:nvPr>
            <p:ph type="body" sz="quarter" idx="21" hasCustomPrompt="1"/>
          </p:nvPr>
        </p:nvSpPr>
        <p:spPr>
          <a:xfrm>
            <a:off x="612648" y="696578"/>
            <a:ext cx="10981944"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31" name="Text Placeholder 14">
            <a:extLst>
              <a:ext uri="{FF2B5EF4-FFF2-40B4-BE49-F238E27FC236}">
                <a16:creationId xmlns:a16="http://schemas.microsoft.com/office/drawing/2014/main" id="{F8DB6D04-FDDF-890A-BD06-6D1FB34D044E}"/>
              </a:ext>
            </a:extLst>
          </p:cNvPr>
          <p:cNvSpPr>
            <a:spLocks noGrp="1"/>
          </p:cNvSpPr>
          <p:nvPr>
            <p:ph type="body" sz="quarter" idx="22"/>
          </p:nvPr>
        </p:nvSpPr>
        <p:spPr>
          <a:xfrm>
            <a:off x="4489704" y="3523488"/>
            <a:ext cx="3291840" cy="2529840"/>
          </a:xfrm>
          <a:prstGeom prst="rect">
            <a:avLst/>
          </a:prstGeom>
          <a:noFill/>
        </p:spPr>
        <p:txBody>
          <a:bodyPr lIns="0" rIns="0" anchor="t" anchorCtr="0">
            <a:noAutofit/>
          </a:bodyPr>
          <a:lstStyle>
            <a:lvl1pPr algn="ctr">
              <a:lnSpc>
                <a:spcPct val="114000"/>
              </a:lnSpc>
              <a:spcBef>
                <a:spcPts val="0"/>
              </a:spcBef>
              <a:spcAft>
                <a:spcPts val="1200"/>
              </a:spcAft>
              <a:defRPr sz="1270"/>
            </a:lvl1pPr>
            <a:lvl2pPr marL="0" indent="0" algn="ctr">
              <a:lnSpc>
                <a:spcPct val="114000"/>
              </a:lnSpc>
              <a:buNone/>
              <a:defRPr sz="1470" b="1" i="0">
                <a:latin typeface="Arial Black" panose="020B0604020202020204" pitchFamily="34" charset="0"/>
              </a:defRPr>
            </a:lvl2pPr>
            <a:lvl3pPr marL="0" indent="0" algn="ctr">
              <a:lnSpc>
                <a:spcPct val="114000"/>
              </a:lnSpc>
              <a:buNone/>
              <a:defRPr sz="147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32" name="Text Placeholder 14">
            <a:extLst>
              <a:ext uri="{FF2B5EF4-FFF2-40B4-BE49-F238E27FC236}">
                <a16:creationId xmlns:a16="http://schemas.microsoft.com/office/drawing/2014/main" id="{ECE07D9B-8DAB-D83F-4DC0-CE908DA94453}"/>
              </a:ext>
            </a:extLst>
          </p:cNvPr>
          <p:cNvSpPr>
            <a:spLocks noGrp="1"/>
          </p:cNvSpPr>
          <p:nvPr>
            <p:ph type="body" sz="quarter" idx="23"/>
          </p:nvPr>
        </p:nvSpPr>
        <p:spPr>
          <a:xfrm>
            <a:off x="8302752" y="3523488"/>
            <a:ext cx="3291840" cy="2529840"/>
          </a:xfrm>
          <a:prstGeom prst="rect">
            <a:avLst/>
          </a:prstGeom>
          <a:noFill/>
        </p:spPr>
        <p:txBody>
          <a:bodyPr lIns="0" rIns="0" anchor="t" anchorCtr="0">
            <a:noAutofit/>
          </a:bodyPr>
          <a:lstStyle>
            <a:lvl1pPr algn="ctr">
              <a:lnSpc>
                <a:spcPct val="114000"/>
              </a:lnSpc>
              <a:spcBef>
                <a:spcPts val="0"/>
              </a:spcBef>
              <a:spcAft>
                <a:spcPts val="1200"/>
              </a:spcAft>
              <a:defRPr sz="1270"/>
            </a:lvl1pPr>
            <a:lvl2pPr marL="0" indent="0" algn="ctr">
              <a:lnSpc>
                <a:spcPct val="114000"/>
              </a:lnSpc>
              <a:buNone/>
              <a:defRPr sz="1470" b="1" i="0">
                <a:latin typeface="Arial Black" panose="020B0604020202020204" pitchFamily="34" charset="0"/>
              </a:defRPr>
            </a:lvl2pPr>
            <a:lvl3pPr marL="0" indent="0" algn="ctr">
              <a:lnSpc>
                <a:spcPct val="114000"/>
              </a:lnSpc>
              <a:buNone/>
              <a:defRPr sz="147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57208246"/>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roject Framework Style 03 (Five-Column)">
    <p:bg>
      <p:bgRef idx="1001">
        <a:schemeClr val="bg1"/>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FEF0A1-A671-9231-4DC3-61AA624CB16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4B4C02AA-AD0D-9B62-2F93-E317AE6325D0}"/>
              </a:ext>
            </a:extLst>
          </p:cNvPr>
          <p:cNvSpPr>
            <a:spLocks noGrp="1"/>
          </p:cNvSpPr>
          <p:nvPr>
            <p:ph type="sldNum" sz="quarter" idx="11"/>
          </p:nvPr>
        </p:nvSpPr>
        <p:spPr/>
        <p:txBody>
          <a:bodyPr/>
          <a:lstStyle/>
          <a:p>
            <a:fld id="{48135D20-C3A1-FF4C-B4DB-BE449A9B144D}" type="slidenum">
              <a:rPr lang="en-US"/>
              <a:t>‹#›</a:t>
            </a:fld>
            <a:endParaRPr lang="en-US"/>
          </a:p>
        </p:txBody>
      </p:sp>
      <p:sp>
        <p:nvSpPr>
          <p:cNvPr id="13" name="Text Placeholder 12">
            <a:extLst>
              <a:ext uri="{FF2B5EF4-FFF2-40B4-BE49-F238E27FC236}">
                <a16:creationId xmlns:a16="http://schemas.microsoft.com/office/drawing/2014/main" id="{21406843-920C-FC45-1722-1DA9A95E69FB}"/>
              </a:ext>
            </a:extLst>
          </p:cNvPr>
          <p:cNvSpPr>
            <a:spLocks noGrp="1"/>
          </p:cNvSpPr>
          <p:nvPr>
            <p:ph type="body" sz="quarter" idx="13"/>
          </p:nvPr>
        </p:nvSpPr>
        <p:spPr>
          <a:xfrm>
            <a:off x="621792" y="1938528"/>
            <a:ext cx="2039112"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130" b="0" i="0" cap="none" spc="0" baseline="0">
                <a:solidFill>
                  <a:schemeClr val="bg1"/>
                </a:solidFill>
                <a:latin typeface="Times New Roman" panose="02020603050405020304" pitchFamily="18" charset="0"/>
              </a:defRPr>
            </a:lvl1pPr>
            <a:lvl2pPr marL="0" indent="0">
              <a:buNone/>
              <a:defRPr/>
            </a:lvl2pPr>
          </a:lstStyle>
          <a:p>
            <a:pPr lvl="0"/>
            <a:r>
              <a:rPr lang="en-US"/>
              <a:t>Click to edit Master text styles</a:t>
            </a:r>
          </a:p>
        </p:txBody>
      </p:sp>
      <p:sp>
        <p:nvSpPr>
          <p:cNvPr id="15" name="Text Placeholder 14">
            <a:extLst>
              <a:ext uri="{FF2B5EF4-FFF2-40B4-BE49-F238E27FC236}">
                <a16:creationId xmlns:a16="http://schemas.microsoft.com/office/drawing/2014/main" id="{4C2909D6-4659-7C5B-E1FE-3E308054FB51}"/>
              </a:ext>
            </a:extLst>
          </p:cNvPr>
          <p:cNvSpPr>
            <a:spLocks noGrp="1"/>
          </p:cNvSpPr>
          <p:nvPr>
            <p:ph type="body" sz="quarter" idx="14"/>
          </p:nvPr>
        </p:nvSpPr>
        <p:spPr>
          <a:xfrm>
            <a:off x="621792" y="3523488"/>
            <a:ext cx="2039112" cy="2743200"/>
          </a:xfrm>
          <a:prstGeom prst="rect">
            <a:avLst/>
          </a:prstGeom>
          <a:noFill/>
        </p:spPr>
        <p:txBody>
          <a:bodyPr lIns="0" rIns="0" anchor="t" anchorCtr="0">
            <a:noAutofit/>
          </a:bodyPr>
          <a:lstStyle>
            <a:lvl1pPr algn="ctr">
              <a:lnSpc>
                <a:spcPct val="114000"/>
              </a:lnSpc>
              <a:spcBef>
                <a:spcPts val="0"/>
              </a:spcBef>
              <a:spcAft>
                <a:spcPts val="1000"/>
              </a:spcAft>
              <a:defRPr sz="1070"/>
            </a:lvl1pPr>
            <a:lvl2pPr marL="0" indent="0" algn="ctr">
              <a:lnSpc>
                <a:spcPct val="114000"/>
              </a:lnSpc>
              <a:spcBef>
                <a:spcPts val="0"/>
              </a:spcBef>
              <a:buNone/>
              <a:defRPr sz="1330" b="1" i="0">
                <a:latin typeface="Arial Black" panose="020B0604020202020204" pitchFamily="34" charset="0"/>
              </a:defRPr>
            </a:lvl2pPr>
            <a:lvl3pPr marL="0" indent="0" algn="ctr">
              <a:lnSpc>
                <a:spcPct val="114000"/>
              </a:lnSpc>
              <a:spcBef>
                <a:spcPts val="0"/>
              </a:spcBef>
              <a:buNone/>
              <a:defRPr sz="133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7" name="Title 1">
            <a:extLst>
              <a:ext uri="{FF2B5EF4-FFF2-40B4-BE49-F238E27FC236}">
                <a16:creationId xmlns:a16="http://schemas.microsoft.com/office/drawing/2014/main" id="{C8E52A8B-D8C0-7A3B-B8B9-5F60463B58FD}"/>
              </a:ext>
            </a:extLst>
          </p:cNvPr>
          <p:cNvSpPr>
            <a:spLocks noGrp="1"/>
          </p:cNvSpPr>
          <p:nvPr>
            <p:ph type="title"/>
          </p:nvPr>
        </p:nvSpPr>
        <p:spPr>
          <a:xfrm>
            <a:off x="621792" y="434917"/>
            <a:ext cx="10972800" cy="252517"/>
          </a:xfrm>
        </p:spPr>
        <p:txBody>
          <a:bodyPr>
            <a:noAutofit/>
          </a:bodyPr>
          <a:lstStyle>
            <a:lvl1pPr>
              <a:lnSpc>
                <a:spcPct val="100000"/>
              </a:lnSpc>
              <a:spcAft>
                <a:spcPts val="0"/>
              </a:spcAft>
              <a:defRPr sz="1750" b="1" i="0" cap="none" spc="0" baseline="0">
                <a:solidFill>
                  <a:schemeClr val="accent1"/>
                </a:solidFill>
                <a:latin typeface="Arial Black" panose="020B0604020202020204" pitchFamily="34" charset="0"/>
              </a:defRPr>
            </a:lvl1pPr>
          </a:lstStyle>
          <a:p>
            <a:r>
              <a:rPr lang="en-US"/>
              <a:t>Click to edit Master title style</a:t>
            </a:r>
          </a:p>
        </p:txBody>
      </p:sp>
      <p:sp>
        <p:nvSpPr>
          <p:cNvPr id="23" name="Text Placeholder 12">
            <a:extLst>
              <a:ext uri="{FF2B5EF4-FFF2-40B4-BE49-F238E27FC236}">
                <a16:creationId xmlns:a16="http://schemas.microsoft.com/office/drawing/2014/main" id="{FD8F0EAC-8B05-FEFD-8E39-E0C40D8852C5}"/>
              </a:ext>
            </a:extLst>
          </p:cNvPr>
          <p:cNvSpPr>
            <a:spLocks noGrp="1"/>
          </p:cNvSpPr>
          <p:nvPr>
            <p:ph type="body" sz="quarter" idx="16"/>
          </p:nvPr>
        </p:nvSpPr>
        <p:spPr>
          <a:xfrm>
            <a:off x="621792" y="1225296"/>
            <a:ext cx="10972800" cy="374904"/>
          </a:xfrm>
          <a:prstGeom prst="round2SameRect">
            <a:avLst>
              <a:gd name="adj1" fmla="val 14691"/>
              <a:gd name="adj2" fmla="val 0"/>
            </a:avLst>
          </a:prstGeom>
          <a:solidFill>
            <a:srgbClr val="FDE8E5"/>
          </a:solidFill>
        </p:spPr>
        <p:txBody>
          <a:bodyPr lIns="45720" rIns="45720" anchor="ctr" anchorCtr="0">
            <a:normAutofit/>
          </a:bodyPr>
          <a:lstStyle>
            <a:lvl1pPr algn="ctr">
              <a:lnSpc>
                <a:spcPct val="100000"/>
              </a:lnSpc>
              <a:spcBef>
                <a:spcPts val="0"/>
              </a:spcBef>
              <a:defRPr sz="1200" b="1" i="0" cap="all" baseline="0">
                <a:solidFill>
                  <a:schemeClr val="tx1"/>
                </a:solidFill>
                <a:latin typeface="Arial Black" panose="020B0604020202020204" pitchFamily="34" charset="0"/>
              </a:defRPr>
            </a:lvl1pPr>
            <a:lvl2pPr marL="0" indent="0">
              <a:buNone/>
              <a:defRPr/>
            </a:lvl2pPr>
          </a:lstStyle>
          <a:p>
            <a:pPr lvl="0"/>
            <a:r>
              <a:rPr lang="en-US"/>
              <a:t>Click to edit Master text styles</a:t>
            </a:r>
          </a:p>
        </p:txBody>
      </p:sp>
      <p:sp>
        <p:nvSpPr>
          <p:cNvPr id="30" name="Text Placeholder 12">
            <a:extLst>
              <a:ext uri="{FF2B5EF4-FFF2-40B4-BE49-F238E27FC236}">
                <a16:creationId xmlns:a16="http://schemas.microsoft.com/office/drawing/2014/main" id="{A2FB8574-9290-1349-8FF5-FA79451A35DA}"/>
              </a:ext>
            </a:extLst>
          </p:cNvPr>
          <p:cNvSpPr>
            <a:spLocks noGrp="1"/>
          </p:cNvSpPr>
          <p:nvPr>
            <p:ph type="body" sz="quarter" idx="21" hasCustomPrompt="1"/>
          </p:nvPr>
        </p:nvSpPr>
        <p:spPr>
          <a:xfrm>
            <a:off x="612648" y="696578"/>
            <a:ext cx="10981944" cy="283464"/>
          </a:xfrm>
        </p:spPr>
        <p:txBody>
          <a:bodyPr>
            <a:noAutofit/>
          </a:bodyPr>
          <a:lstStyle>
            <a:lvl1pPr marL="1588" indent="0">
              <a:lnSpc>
                <a:spcPct val="100000"/>
              </a:lnSpc>
              <a:spcBef>
                <a:spcPts val="0"/>
              </a:spcBef>
              <a:buFontTx/>
              <a:buNone/>
              <a:defRPr sz="1500" b="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subtitle</a:t>
            </a:r>
          </a:p>
        </p:txBody>
      </p:sp>
      <p:sp>
        <p:nvSpPr>
          <p:cNvPr id="5" name="Text Placeholder 12">
            <a:extLst>
              <a:ext uri="{FF2B5EF4-FFF2-40B4-BE49-F238E27FC236}">
                <a16:creationId xmlns:a16="http://schemas.microsoft.com/office/drawing/2014/main" id="{77A6F52B-3DF2-C235-31D2-C9BDB4BCAA63}"/>
              </a:ext>
            </a:extLst>
          </p:cNvPr>
          <p:cNvSpPr>
            <a:spLocks noGrp="1"/>
          </p:cNvSpPr>
          <p:nvPr>
            <p:ph type="body" sz="quarter" idx="22"/>
          </p:nvPr>
        </p:nvSpPr>
        <p:spPr>
          <a:xfrm>
            <a:off x="2855214" y="1938528"/>
            <a:ext cx="2039112"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130" b="0" i="0" cap="none" spc="0" baseline="0">
                <a:solidFill>
                  <a:schemeClr val="bg1"/>
                </a:solidFill>
                <a:latin typeface="Times New Roman" panose="02020603050405020304" pitchFamily="18" charset="0"/>
              </a:defRPr>
            </a:lvl1pPr>
            <a:lvl2pPr marL="0" indent="0">
              <a:buNone/>
              <a:defRPr/>
            </a:lvl2pPr>
          </a:lstStyle>
          <a:p>
            <a:pPr lvl="0"/>
            <a:r>
              <a:rPr lang="en-US"/>
              <a:t>Click to edit Master text styles</a:t>
            </a:r>
          </a:p>
        </p:txBody>
      </p:sp>
      <p:sp>
        <p:nvSpPr>
          <p:cNvPr id="6" name="Text Placeholder 14">
            <a:extLst>
              <a:ext uri="{FF2B5EF4-FFF2-40B4-BE49-F238E27FC236}">
                <a16:creationId xmlns:a16="http://schemas.microsoft.com/office/drawing/2014/main" id="{C946BDFE-5E54-871A-952D-BF76891BD5F8}"/>
              </a:ext>
            </a:extLst>
          </p:cNvPr>
          <p:cNvSpPr>
            <a:spLocks noGrp="1"/>
          </p:cNvSpPr>
          <p:nvPr>
            <p:ph type="body" sz="quarter" idx="23"/>
          </p:nvPr>
        </p:nvSpPr>
        <p:spPr>
          <a:xfrm>
            <a:off x="2855214" y="3523488"/>
            <a:ext cx="2039112" cy="2743200"/>
          </a:xfrm>
          <a:prstGeom prst="rect">
            <a:avLst/>
          </a:prstGeom>
          <a:noFill/>
        </p:spPr>
        <p:txBody>
          <a:bodyPr lIns="0" rIns="0" anchor="t" anchorCtr="0">
            <a:noAutofit/>
          </a:bodyPr>
          <a:lstStyle>
            <a:lvl1pPr algn="ctr">
              <a:lnSpc>
                <a:spcPct val="114000"/>
              </a:lnSpc>
              <a:spcBef>
                <a:spcPts val="0"/>
              </a:spcBef>
              <a:spcAft>
                <a:spcPts val="1000"/>
              </a:spcAft>
              <a:defRPr sz="1070"/>
            </a:lvl1pPr>
            <a:lvl2pPr marL="0" indent="0" algn="ctr">
              <a:lnSpc>
                <a:spcPct val="114000"/>
              </a:lnSpc>
              <a:spcBef>
                <a:spcPts val="0"/>
              </a:spcBef>
              <a:buNone/>
              <a:defRPr sz="1330" b="1" i="0">
                <a:latin typeface="Arial Black" panose="020B0604020202020204" pitchFamily="34" charset="0"/>
              </a:defRPr>
            </a:lvl2pPr>
            <a:lvl3pPr marL="0" indent="0" algn="ctr">
              <a:lnSpc>
                <a:spcPct val="114000"/>
              </a:lnSpc>
              <a:spcBef>
                <a:spcPts val="0"/>
              </a:spcBef>
              <a:buNone/>
              <a:defRPr sz="133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7" name="Text Placeholder 12">
            <a:extLst>
              <a:ext uri="{FF2B5EF4-FFF2-40B4-BE49-F238E27FC236}">
                <a16:creationId xmlns:a16="http://schemas.microsoft.com/office/drawing/2014/main" id="{596179E3-8B7C-811F-1251-F91083E322D3}"/>
              </a:ext>
            </a:extLst>
          </p:cNvPr>
          <p:cNvSpPr>
            <a:spLocks noGrp="1"/>
          </p:cNvSpPr>
          <p:nvPr>
            <p:ph type="body" sz="quarter" idx="24"/>
          </p:nvPr>
        </p:nvSpPr>
        <p:spPr>
          <a:xfrm>
            <a:off x="5088636" y="1938528"/>
            <a:ext cx="2039112"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130" b="0" i="0" cap="none" spc="0" baseline="0">
                <a:solidFill>
                  <a:schemeClr val="bg1"/>
                </a:solidFill>
                <a:latin typeface="Times New Roman" panose="02020603050405020304" pitchFamily="18" charset="0"/>
              </a:defRPr>
            </a:lvl1pPr>
            <a:lvl2pPr marL="0" indent="0">
              <a:buNone/>
              <a:defRPr/>
            </a:lvl2pPr>
          </a:lstStyle>
          <a:p>
            <a:pPr lvl="0"/>
            <a:r>
              <a:rPr lang="en-US"/>
              <a:t>Click to edit Master text styles</a:t>
            </a:r>
          </a:p>
        </p:txBody>
      </p:sp>
      <p:sp>
        <p:nvSpPr>
          <p:cNvPr id="8" name="Text Placeholder 14">
            <a:extLst>
              <a:ext uri="{FF2B5EF4-FFF2-40B4-BE49-F238E27FC236}">
                <a16:creationId xmlns:a16="http://schemas.microsoft.com/office/drawing/2014/main" id="{180DA080-9C65-6490-7B71-C7CF1EBDD705}"/>
              </a:ext>
            </a:extLst>
          </p:cNvPr>
          <p:cNvSpPr>
            <a:spLocks noGrp="1"/>
          </p:cNvSpPr>
          <p:nvPr>
            <p:ph type="body" sz="quarter" idx="25"/>
          </p:nvPr>
        </p:nvSpPr>
        <p:spPr>
          <a:xfrm>
            <a:off x="5088636" y="3523488"/>
            <a:ext cx="2039112" cy="2743200"/>
          </a:xfrm>
          <a:prstGeom prst="rect">
            <a:avLst/>
          </a:prstGeom>
          <a:noFill/>
        </p:spPr>
        <p:txBody>
          <a:bodyPr lIns="0" rIns="0" anchor="t" anchorCtr="0">
            <a:noAutofit/>
          </a:bodyPr>
          <a:lstStyle>
            <a:lvl1pPr algn="ctr">
              <a:lnSpc>
                <a:spcPct val="114000"/>
              </a:lnSpc>
              <a:spcBef>
                <a:spcPts val="0"/>
              </a:spcBef>
              <a:spcAft>
                <a:spcPts val="1000"/>
              </a:spcAft>
              <a:defRPr sz="1070"/>
            </a:lvl1pPr>
            <a:lvl2pPr marL="0" indent="0" algn="ctr">
              <a:lnSpc>
                <a:spcPct val="114000"/>
              </a:lnSpc>
              <a:spcBef>
                <a:spcPts val="0"/>
              </a:spcBef>
              <a:buNone/>
              <a:defRPr sz="1330" b="1" i="0">
                <a:latin typeface="Arial Black" panose="020B0604020202020204" pitchFamily="34" charset="0"/>
              </a:defRPr>
            </a:lvl2pPr>
            <a:lvl3pPr marL="0" indent="0" algn="ctr">
              <a:lnSpc>
                <a:spcPct val="114000"/>
              </a:lnSpc>
              <a:spcBef>
                <a:spcPts val="0"/>
              </a:spcBef>
              <a:buNone/>
              <a:defRPr sz="133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9" name="Text Placeholder 12">
            <a:extLst>
              <a:ext uri="{FF2B5EF4-FFF2-40B4-BE49-F238E27FC236}">
                <a16:creationId xmlns:a16="http://schemas.microsoft.com/office/drawing/2014/main" id="{CA33375E-DF99-BA79-3139-7EC3CC3217D9}"/>
              </a:ext>
            </a:extLst>
          </p:cNvPr>
          <p:cNvSpPr>
            <a:spLocks noGrp="1"/>
          </p:cNvSpPr>
          <p:nvPr>
            <p:ph type="body" sz="quarter" idx="26"/>
          </p:nvPr>
        </p:nvSpPr>
        <p:spPr>
          <a:xfrm>
            <a:off x="7322058" y="1938528"/>
            <a:ext cx="2039112"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130" b="0" i="0" cap="none" spc="0" baseline="0">
                <a:solidFill>
                  <a:schemeClr val="bg1"/>
                </a:solidFill>
                <a:latin typeface="Times New Roman" panose="02020603050405020304" pitchFamily="18" charset="0"/>
              </a:defRPr>
            </a:lvl1pPr>
            <a:lvl2pPr marL="0" indent="0">
              <a:buNone/>
              <a:defRPr/>
            </a:lvl2pPr>
          </a:lstStyle>
          <a:p>
            <a:pPr lvl="0"/>
            <a:r>
              <a:rPr lang="en-US"/>
              <a:t>Click to edit Master text styles</a:t>
            </a:r>
          </a:p>
        </p:txBody>
      </p:sp>
      <p:sp>
        <p:nvSpPr>
          <p:cNvPr id="10" name="Text Placeholder 14">
            <a:extLst>
              <a:ext uri="{FF2B5EF4-FFF2-40B4-BE49-F238E27FC236}">
                <a16:creationId xmlns:a16="http://schemas.microsoft.com/office/drawing/2014/main" id="{06A783A2-5F48-9BAF-1939-730DDDB32534}"/>
              </a:ext>
            </a:extLst>
          </p:cNvPr>
          <p:cNvSpPr>
            <a:spLocks noGrp="1"/>
          </p:cNvSpPr>
          <p:nvPr>
            <p:ph type="body" sz="quarter" idx="27"/>
          </p:nvPr>
        </p:nvSpPr>
        <p:spPr>
          <a:xfrm>
            <a:off x="7322058" y="3523488"/>
            <a:ext cx="2039112" cy="2743200"/>
          </a:xfrm>
          <a:prstGeom prst="rect">
            <a:avLst/>
          </a:prstGeom>
          <a:noFill/>
        </p:spPr>
        <p:txBody>
          <a:bodyPr lIns="0" rIns="0" anchor="t" anchorCtr="0">
            <a:noAutofit/>
          </a:bodyPr>
          <a:lstStyle>
            <a:lvl1pPr algn="ctr">
              <a:lnSpc>
                <a:spcPct val="114000"/>
              </a:lnSpc>
              <a:spcBef>
                <a:spcPts val="0"/>
              </a:spcBef>
              <a:spcAft>
                <a:spcPts val="1000"/>
              </a:spcAft>
              <a:defRPr sz="1070"/>
            </a:lvl1pPr>
            <a:lvl2pPr marL="0" indent="0" algn="ctr">
              <a:lnSpc>
                <a:spcPct val="114000"/>
              </a:lnSpc>
              <a:spcBef>
                <a:spcPts val="0"/>
              </a:spcBef>
              <a:buNone/>
              <a:defRPr sz="1330" b="1" i="0">
                <a:latin typeface="Arial Black" panose="020B0604020202020204" pitchFamily="34" charset="0"/>
              </a:defRPr>
            </a:lvl2pPr>
            <a:lvl3pPr marL="0" indent="0" algn="ctr">
              <a:lnSpc>
                <a:spcPct val="114000"/>
              </a:lnSpc>
              <a:spcBef>
                <a:spcPts val="0"/>
              </a:spcBef>
              <a:buNone/>
              <a:defRPr sz="133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
        <p:nvSpPr>
          <p:cNvPr id="11" name="Text Placeholder 12">
            <a:extLst>
              <a:ext uri="{FF2B5EF4-FFF2-40B4-BE49-F238E27FC236}">
                <a16:creationId xmlns:a16="http://schemas.microsoft.com/office/drawing/2014/main" id="{38E4A5CB-F748-81FD-A0B3-F5E167BEB647}"/>
              </a:ext>
            </a:extLst>
          </p:cNvPr>
          <p:cNvSpPr>
            <a:spLocks noGrp="1"/>
          </p:cNvSpPr>
          <p:nvPr>
            <p:ph type="body" sz="quarter" idx="28"/>
          </p:nvPr>
        </p:nvSpPr>
        <p:spPr>
          <a:xfrm>
            <a:off x="9555480" y="1938528"/>
            <a:ext cx="2039112" cy="914400"/>
          </a:xfrm>
          <a:prstGeom prst="round2SameRect">
            <a:avLst>
              <a:gd name="adj1" fmla="val 6215"/>
              <a:gd name="adj2" fmla="val 5903"/>
            </a:avLst>
          </a:prstGeom>
          <a:solidFill>
            <a:schemeClr val="accent1"/>
          </a:solidFill>
        </p:spPr>
        <p:txBody>
          <a:bodyPr lIns="45720" tIns="45720" rIns="45720" anchor="ctr" anchorCtr="0">
            <a:normAutofit/>
          </a:bodyPr>
          <a:lstStyle>
            <a:lvl1pPr algn="ctr">
              <a:lnSpc>
                <a:spcPct val="80000"/>
              </a:lnSpc>
              <a:spcBef>
                <a:spcPts val="0"/>
              </a:spcBef>
              <a:defRPr sz="2130" b="0" i="0" cap="none" spc="0" baseline="0">
                <a:solidFill>
                  <a:schemeClr val="bg1"/>
                </a:solidFill>
                <a:latin typeface="Times New Roman" panose="02020603050405020304" pitchFamily="18" charset="0"/>
              </a:defRPr>
            </a:lvl1pPr>
            <a:lvl2pPr marL="0" indent="0">
              <a:buNone/>
              <a:defRPr/>
            </a:lvl2pPr>
          </a:lstStyle>
          <a:p>
            <a:pPr lvl="0"/>
            <a:r>
              <a:rPr lang="en-US"/>
              <a:t>Click to edit Master text styles</a:t>
            </a:r>
          </a:p>
        </p:txBody>
      </p:sp>
      <p:sp>
        <p:nvSpPr>
          <p:cNvPr id="12" name="Text Placeholder 14">
            <a:extLst>
              <a:ext uri="{FF2B5EF4-FFF2-40B4-BE49-F238E27FC236}">
                <a16:creationId xmlns:a16="http://schemas.microsoft.com/office/drawing/2014/main" id="{AE454E00-F7E4-062B-2A65-42BBED52D262}"/>
              </a:ext>
            </a:extLst>
          </p:cNvPr>
          <p:cNvSpPr>
            <a:spLocks noGrp="1"/>
          </p:cNvSpPr>
          <p:nvPr>
            <p:ph type="body" sz="quarter" idx="29"/>
          </p:nvPr>
        </p:nvSpPr>
        <p:spPr>
          <a:xfrm>
            <a:off x="9555480" y="3523488"/>
            <a:ext cx="2039112" cy="2743200"/>
          </a:xfrm>
          <a:prstGeom prst="rect">
            <a:avLst/>
          </a:prstGeom>
          <a:noFill/>
        </p:spPr>
        <p:txBody>
          <a:bodyPr lIns="0" rIns="0" anchor="t" anchorCtr="0">
            <a:noAutofit/>
          </a:bodyPr>
          <a:lstStyle>
            <a:lvl1pPr algn="ctr">
              <a:lnSpc>
                <a:spcPct val="114000"/>
              </a:lnSpc>
              <a:spcBef>
                <a:spcPts val="0"/>
              </a:spcBef>
              <a:spcAft>
                <a:spcPts val="1000"/>
              </a:spcAft>
              <a:defRPr sz="1070"/>
            </a:lvl1pPr>
            <a:lvl2pPr marL="0" indent="0" algn="ctr">
              <a:lnSpc>
                <a:spcPct val="114000"/>
              </a:lnSpc>
              <a:spcBef>
                <a:spcPts val="0"/>
              </a:spcBef>
              <a:buNone/>
              <a:defRPr sz="1330" b="1" i="0">
                <a:latin typeface="Arial Black" panose="020B0604020202020204" pitchFamily="34" charset="0"/>
              </a:defRPr>
            </a:lvl2pPr>
            <a:lvl3pPr marL="0" indent="0" algn="ctr">
              <a:lnSpc>
                <a:spcPct val="114000"/>
              </a:lnSpc>
              <a:spcBef>
                <a:spcPts val="0"/>
              </a:spcBef>
              <a:buNone/>
              <a:defRPr sz="1330"/>
            </a:lvl3pPr>
            <a:lvl4pPr algn="ctr">
              <a:defRPr sz="1100"/>
            </a:lvl4pPr>
            <a:lvl5pPr algn="ct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26326415"/>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wo Contents">
    <p:bg>
      <p:bgRef idx="1001">
        <a:schemeClr val="bg2"/>
      </p:bgRef>
    </p:bg>
    <p:spTree>
      <p:nvGrpSpPr>
        <p:cNvPr id="1" name=""/>
        <p:cNvGrpSpPr/>
        <p:nvPr/>
      </p:nvGrpSpPr>
      <p:grpSpPr>
        <a:xfrm>
          <a:off x="0" y="0"/>
          <a:ext cx="0" cy="0"/>
          <a:chOff x="0" y="0"/>
          <a:chExt cx="0" cy="0"/>
        </a:xfrm>
      </p:grpSpPr>
      <p:sp>
        <p:nvSpPr>
          <p:cNvPr id="13" name="Header Left">
            <a:extLst>
              <a:ext uri="{FF2B5EF4-FFF2-40B4-BE49-F238E27FC236}">
                <a16:creationId xmlns:a16="http://schemas.microsoft.com/office/drawing/2014/main" id="{41458872-51C5-A60F-419E-70246796DA63}"/>
              </a:ext>
            </a:extLst>
          </p:cNvPr>
          <p:cNvSpPr>
            <a:spLocks noGrp="1"/>
          </p:cNvSpPr>
          <p:nvPr>
            <p:ph type="body" sz="quarter" idx="14"/>
          </p:nvPr>
        </p:nvSpPr>
        <p:spPr>
          <a:xfrm>
            <a:off x="-1" y="0"/>
            <a:ext cx="6099048" cy="6858000"/>
          </a:xfrm>
          <a:solidFill>
            <a:schemeClr val="accent4"/>
          </a:solidFill>
        </p:spPr>
        <p:txBody>
          <a:bodyPr lIns="182880" tIns="182880" rIns="274320" bIns="4846320" anchor="ctr" anchorCtr="0">
            <a:noAutofit/>
          </a:bodyPr>
          <a:lstStyle>
            <a:lvl1pPr algn="ctr">
              <a:lnSpc>
                <a:spcPts val="4000"/>
              </a:lnSpc>
              <a:spcBef>
                <a:spcPts val="0"/>
              </a:spcBef>
              <a:defRPr sz="4000" b="1" i="0" cap="all" baseline="0">
                <a:solidFill>
                  <a:srgbClr val="C6DCD8"/>
                </a:solidFill>
                <a:latin typeface="Arial Black" panose="020B0604020202020204" pitchFamily="34" charset="0"/>
              </a:defRPr>
            </a:lvl1pPr>
            <a:lvl2pPr marL="0" indent="0">
              <a:buNone/>
              <a:defRPr/>
            </a:lvl2pPr>
          </a:lstStyle>
          <a:p>
            <a:pPr lvl="0"/>
            <a:r>
              <a:rPr lang="en-US"/>
              <a:t>Click to edit Master text styles</a:t>
            </a:r>
          </a:p>
        </p:txBody>
      </p:sp>
      <p:sp>
        <p:nvSpPr>
          <p:cNvPr id="16" name="Header Right">
            <a:extLst>
              <a:ext uri="{FF2B5EF4-FFF2-40B4-BE49-F238E27FC236}">
                <a16:creationId xmlns:a16="http://schemas.microsoft.com/office/drawing/2014/main" id="{0C1D12FA-0F58-2AC7-1D69-2E4F4AA828AE}"/>
              </a:ext>
            </a:extLst>
          </p:cNvPr>
          <p:cNvSpPr>
            <a:spLocks noGrp="1"/>
          </p:cNvSpPr>
          <p:nvPr>
            <p:ph type="body" sz="quarter" idx="15"/>
          </p:nvPr>
        </p:nvSpPr>
        <p:spPr>
          <a:xfrm>
            <a:off x="6099048" y="0"/>
            <a:ext cx="6099048" cy="6858000"/>
          </a:xfrm>
          <a:solidFill>
            <a:schemeClr val="accent6"/>
          </a:solidFill>
        </p:spPr>
        <p:txBody>
          <a:bodyPr lIns="182880" tIns="182880" rIns="274320" bIns="4846320" anchor="ctr" anchorCtr="0">
            <a:noAutofit/>
          </a:bodyPr>
          <a:lstStyle>
            <a:lvl1pPr algn="ctr">
              <a:lnSpc>
                <a:spcPts val="4000"/>
              </a:lnSpc>
              <a:spcBef>
                <a:spcPts val="0"/>
              </a:spcBef>
              <a:defRPr sz="4000" b="1" i="0" cap="all" baseline="0">
                <a:solidFill>
                  <a:schemeClr val="bg2"/>
                </a:solidFill>
                <a:latin typeface="Arial Black" panose="020B0604020202020204" pitchFamily="34" charset="0"/>
              </a:defRPr>
            </a:lvl1pPr>
            <a:lvl2pPr marL="0" indent="0">
              <a:buNone/>
              <a:defRPr/>
            </a:lvl2pPr>
          </a:lstStyle>
          <a:p>
            <a:pPr lvl="0"/>
            <a:r>
              <a:rPr lang="en-US"/>
              <a:t>Click to edit Master text styles</a:t>
            </a:r>
          </a:p>
        </p:txBody>
      </p:sp>
      <p:sp>
        <p:nvSpPr>
          <p:cNvPr id="3" name="Footer Placeholder 2">
            <a:extLst>
              <a:ext uri="{FF2B5EF4-FFF2-40B4-BE49-F238E27FC236}">
                <a16:creationId xmlns:a16="http://schemas.microsoft.com/office/drawing/2014/main" id="{FF83DD32-A143-EFB3-CBDA-97CC1802685F}"/>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89864187-5257-9A5E-12FF-320671ABBFF7}"/>
              </a:ext>
            </a:extLst>
          </p:cNvPr>
          <p:cNvSpPr>
            <a:spLocks noGrp="1"/>
          </p:cNvSpPr>
          <p:nvPr>
            <p:ph type="sldNum" sz="quarter" idx="11"/>
          </p:nvPr>
        </p:nvSpPr>
        <p:spPr/>
        <p:txBody>
          <a:bodyPr/>
          <a:lstStyle/>
          <a:p>
            <a:fld id="{48135D20-C3A1-FF4C-B4DB-BE449A9B144D}" type="slidenum">
              <a:rPr lang="en-US"/>
              <a:t>‹#›</a:t>
            </a:fld>
            <a:endParaRPr lang="en-US"/>
          </a:p>
        </p:txBody>
      </p:sp>
      <p:sp>
        <p:nvSpPr>
          <p:cNvPr id="6" name="Text Placeholder 5">
            <a:extLst>
              <a:ext uri="{FF2B5EF4-FFF2-40B4-BE49-F238E27FC236}">
                <a16:creationId xmlns:a16="http://schemas.microsoft.com/office/drawing/2014/main" id="{090EE555-4906-7BE1-D7C9-64C14615AFB1}"/>
              </a:ext>
            </a:extLst>
          </p:cNvPr>
          <p:cNvSpPr>
            <a:spLocks noGrp="1"/>
          </p:cNvSpPr>
          <p:nvPr>
            <p:ph type="body" sz="quarter" idx="12"/>
          </p:nvPr>
        </p:nvSpPr>
        <p:spPr>
          <a:xfrm>
            <a:off x="466643" y="2084832"/>
            <a:ext cx="5153572" cy="2877014"/>
          </a:xfrm>
          <a:noFill/>
        </p:spPr>
        <p:txBody>
          <a:bodyPr lIns="0" tIns="0" rIns="0" anchor="ctr" anchorCtr="0">
            <a:normAutofit/>
          </a:bodyPr>
          <a:lstStyle>
            <a:lvl1pPr algn="ctr">
              <a:lnSpc>
                <a:spcPct val="85000"/>
              </a:lnSpc>
              <a:defRPr sz="3300" b="1" i="0">
                <a:solidFill>
                  <a:schemeClr val="tx1"/>
                </a:solidFill>
                <a:latin typeface="Arial Black" panose="020B0604020202020204" pitchFamily="34" charset="0"/>
              </a:defRPr>
            </a:lvl1pPr>
            <a:lvl2pPr algn="ctr">
              <a:lnSpc>
                <a:spcPct val="100000"/>
              </a:lnSpc>
              <a:defRPr sz="3300" b="1" i="0">
                <a:solidFill>
                  <a:schemeClr val="bg1"/>
                </a:solidFill>
                <a:latin typeface="Arial Black" panose="020B0A04020102020204" pitchFamily="34" charset="0"/>
              </a:defRPr>
            </a:lvl2pPr>
            <a:lvl3pPr algn="ctr">
              <a:lnSpc>
                <a:spcPct val="100000"/>
              </a:lnSpc>
              <a:defRPr sz="3300" b="1" i="0">
                <a:solidFill>
                  <a:schemeClr val="bg1"/>
                </a:solidFill>
                <a:latin typeface="Arial Black" panose="020B0A04020102020204" pitchFamily="34" charset="0"/>
              </a:defRPr>
            </a:lvl3pPr>
            <a:lvl4pPr algn="ctr">
              <a:lnSpc>
                <a:spcPct val="100000"/>
              </a:lnSpc>
              <a:defRPr sz="3300" b="1" i="0">
                <a:solidFill>
                  <a:schemeClr val="bg1"/>
                </a:solidFill>
                <a:latin typeface="Arial Black" panose="020B0A04020102020204" pitchFamily="34" charset="0"/>
              </a:defRPr>
            </a:lvl4pPr>
            <a:lvl5pPr algn="ctr">
              <a:lnSpc>
                <a:spcPct val="100000"/>
              </a:lnSpc>
              <a:defRPr sz="3300" b="1" i="0">
                <a:solidFill>
                  <a:schemeClr val="bg1"/>
                </a:solidFill>
                <a:latin typeface="Arial Black" panose="020B0A04020102020204" pitchFamily="34" charset="0"/>
              </a:defRPr>
            </a:lvl5pPr>
          </a:lstStyle>
          <a:p>
            <a:pPr lvl="0"/>
            <a:r>
              <a:rPr lang="en-US"/>
              <a:t>Click to edit Master text styles</a:t>
            </a:r>
          </a:p>
        </p:txBody>
      </p:sp>
      <p:sp>
        <p:nvSpPr>
          <p:cNvPr id="17" name="Text Placeholder 5">
            <a:extLst>
              <a:ext uri="{FF2B5EF4-FFF2-40B4-BE49-F238E27FC236}">
                <a16:creationId xmlns:a16="http://schemas.microsoft.com/office/drawing/2014/main" id="{75E612EB-F504-FA4E-EF6F-65E46FBE4376}"/>
              </a:ext>
            </a:extLst>
          </p:cNvPr>
          <p:cNvSpPr>
            <a:spLocks noGrp="1"/>
          </p:cNvSpPr>
          <p:nvPr>
            <p:ph type="body" sz="quarter" idx="16"/>
          </p:nvPr>
        </p:nvSpPr>
        <p:spPr>
          <a:xfrm>
            <a:off x="6566360" y="2084832"/>
            <a:ext cx="5153572" cy="2877014"/>
          </a:xfrm>
          <a:noFill/>
        </p:spPr>
        <p:txBody>
          <a:bodyPr lIns="0" tIns="0" rIns="0" anchor="ctr" anchorCtr="0">
            <a:normAutofit/>
          </a:bodyPr>
          <a:lstStyle>
            <a:lvl1pPr algn="ctr">
              <a:lnSpc>
                <a:spcPct val="85000"/>
              </a:lnSpc>
              <a:defRPr sz="5200" b="1" i="0">
                <a:solidFill>
                  <a:schemeClr val="accent2"/>
                </a:solidFill>
                <a:latin typeface="Arial Black" panose="020B0604020202020204" pitchFamily="34" charset="0"/>
              </a:defRPr>
            </a:lvl1pPr>
            <a:lvl2pPr algn="ctr">
              <a:lnSpc>
                <a:spcPct val="100000"/>
              </a:lnSpc>
              <a:defRPr sz="3300" b="1" i="0">
                <a:solidFill>
                  <a:schemeClr val="bg1"/>
                </a:solidFill>
                <a:latin typeface="Arial Black" panose="020B0A04020102020204" pitchFamily="34" charset="0"/>
              </a:defRPr>
            </a:lvl2pPr>
            <a:lvl3pPr algn="ctr">
              <a:lnSpc>
                <a:spcPct val="100000"/>
              </a:lnSpc>
              <a:defRPr sz="3300" b="1" i="0">
                <a:solidFill>
                  <a:schemeClr val="bg1"/>
                </a:solidFill>
                <a:latin typeface="Arial Black" panose="020B0A04020102020204" pitchFamily="34" charset="0"/>
              </a:defRPr>
            </a:lvl3pPr>
            <a:lvl4pPr algn="ctr">
              <a:lnSpc>
                <a:spcPct val="100000"/>
              </a:lnSpc>
              <a:defRPr sz="3300" b="1" i="0">
                <a:solidFill>
                  <a:schemeClr val="bg1"/>
                </a:solidFill>
                <a:latin typeface="Arial Black" panose="020B0A04020102020204" pitchFamily="34" charset="0"/>
              </a:defRPr>
            </a:lvl4pPr>
            <a:lvl5pPr algn="ctr">
              <a:lnSpc>
                <a:spcPct val="100000"/>
              </a:lnSpc>
              <a:defRPr sz="3300" b="1" i="0">
                <a:solidFill>
                  <a:schemeClr val="bg1"/>
                </a:solidFill>
                <a:latin typeface="Arial Black" panose="020B0A04020102020204" pitchFamily="34" charset="0"/>
              </a:defRPr>
            </a:lvl5pPr>
          </a:lstStyle>
          <a:p>
            <a:pPr lvl="0"/>
            <a:r>
              <a:rPr lang="en-US"/>
              <a:t>Click to edit Master text styles</a:t>
            </a:r>
          </a:p>
        </p:txBody>
      </p:sp>
      <p:pic>
        <p:nvPicPr>
          <p:cNvPr id="8" name="Graphic 7" descr="Lilly Logo">
            <a:extLst>
              <a:ext uri="{FF2B5EF4-FFF2-40B4-BE49-F238E27FC236}">
                <a16:creationId xmlns:a16="http://schemas.microsoft.com/office/drawing/2014/main" id="{C2367760-3D2F-F434-DC62-01AC4E13BBD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075354915"/>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Milestones Two-Color–Dark &amp; Dark">
    <p:bg>
      <p:bgRef idx="1001">
        <a:schemeClr val="bg1"/>
      </p:bgRef>
    </p:bg>
    <p:spTree>
      <p:nvGrpSpPr>
        <p:cNvPr id="1" name=""/>
        <p:cNvGrpSpPr/>
        <p:nvPr/>
      </p:nvGrpSpPr>
      <p:grpSpPr>
        <a:xfrm>
          <a:off x="0" y="0"/>
          <a:ext cx="0" cy="0"/>
          <a:chOff x="0" y="0"/>
          <a:chExt cx="0" cy="0"/>
        </a:xfrm>
      </p:grpSpPr>
      <p:sp>
        <p:nvSpPr>
          <p:cNvPr id="24" name="SmartArt Placeholder 23">
            <a:extLst>
              <a:ext uri="{FF2B5EF4-FFF2-40B4-BE49-F238E27FC236}">
                <a16:creationId xmlns:a16="http://schemas.microsoft.com/office/drawing/2014/main" id="{1C4E0AEE-D5C6-F81E-1380-71BF665B6402}"/>
              </a:ext>
            </a:extLst>
          </p:cNvPr>
          <p:cNvSpPr>
            <a:spLocks noGrp="1"/>
          </p:cNvSpPr>
          <p:nvPr>
            <p:ph type="dgm" sz="quarter" idx="14"/>
          </p:nvPr>
        </p:nvSpPr>
        <p:spPr>
          <a:xfrm>
            <a:off x="6095999" y="-4"/>
            <a:ext cx="6096000" cy="6864096"/>
          </a:xfrm>
          <a:solidFill>
            <a:schemeClr val="accent1"/>
          </a:solidFill>
        </p:spPr>
        <p:txBody>
          <a:bodyPr/>
          <a:lstStyle>
            <a:lvl1pPr>
              <a:defRPr>
                <a:noFill/>
              </a:defRPr>
            </a:lvl1pPr>
          </a:lstStyle>
          <a:p>
            <a:endParaRPr lang="en-US"/>
          </a:p>
        </p:txBody>
      </p:sp>
      <p:sp>
        <p:nvSpPr>
          <p:cNvPr id="3" name="Slide Number Placeholder 2">
            <a:extLst>
              <a:ext uri="{FF2B5EF4-FFF2-40B4-BE49-F238E27FC236}">
                <a16:creationId xmlns:a16="http://schemas.microsoft.com/office/drawing/2014/main" id="{837C7FE1-1CB5-DF8D-7841-7EF2A456B43A}"/>
              </a:ext>
            </a:extLst>
          </p:cNvPr>
          <p:cNvSpPr>
            <a:spLocks noGrp="1"/>
          </p:cNvSpPr>
          <p:nvPr>
            <p:ph type="sldNum" idx="10"/>
          </p:nvPr>
        </p:nvSpPr>
        <p:spPr/>
        <p:txBody>
          <a:bodyPr/>
          <a:lstStyle/>
          <a:p>
            <a:fld id="{00000000-1234-1234-1234-123412341234}" type="slidenum">
              <a:rPr lang="en" smtClean="0"/>
              <a:pPr/>
              <a:t>‹#›</a:t>
            </a:fld>
            <a:endParaRPr lang="en"/>
          </a:p>
        </p:txBody>
      </p:sp>
      <p:sp>
        <p:nvSpPr>
          <p:cNvPr id="4" name="Footer Placeholder 3">
            <a:extLst>
              <a:ext uri="{FF2B5EF4-FFF2-40B4-BE49-F238E27FC236}">
                <a16:creationId xmlns:a16="http://schemas.microsoft.com/office/drawing/2014/main" id="{FEDD6445-DAEF-2049-72F1-ED55C6621D1E}"/>
              </a:ext>
            </a:extLst>
          </p:cNvPr>
          <p:cNvSpPr>
            <a:spLocks noGrp="1"/>
          </p:cNvSpPr>
          <p:nvPr>
            <p:ph type="ftr" sz="quarter" idx="11"/>
          </p:nvPr>
        </p:nvSpPr>
        <p:spPr/>
        <p:txBody>
          <a:bodyPr/>
          <a:lstStyle/>
          <a:p>
            <a:r>
              <a:rPr lang="en-US"/>
              <a:t>Company Confidential  © 2024 Eli Lilly and Company</a:t>
            </a:r>
          </a:p>
        </p:txBody>
      </p:sp>
      <p:sp>
        <p:nvSpPr>
          <p:cNvPr id="9" name="Text Placeholder 8">
            <a:extLst>
              <a:ext uri="{FF2B5EF4-FFF2-40B4-BE49-F238E27FC236}">
                <a16:creationId xmlns:a16="http://schemas.microsoft.com/office/drawing/2014/main" id="{4AAA1450-764B-03E2-D5E2-DBE43916ABBD}"/>
              </a:ext>
            </a:extLst>
          </p:cNvPr>
          <p:cNvSpPr>
            <a:spLocks noGrp="1"/>
          </p:cNvSpPr>
          <p:nvPr>
            <p:ph type="body" sz="quarter" idx="12"/>
          </p:nvPr>
        </p:nvSpPr>
        <p:spPr>
          <a:xfrm>
            <a:off x="7170317" y="-2"/>
            <a:ext cx="3951167" cy="6858001"/>
          </a:xfrm>
        </p:spPr>
        <p:txBody>
          <a:bodyPr anchor="ctr" anchorCtr="0">
            <a:noAutofit/>
          </a:bodyPr>
          <a:lstStyle>
            <a:lvl1pPr>
              <a:lnSpc>
                <a:spcPct val="90000"/>
              </a:lnSpc>
              <a:spcBef>
                <a:spcPts val="1600"/>
              </a:spcBef>
              <a:spcAft>
                <a:spcPts val="1600"/>
              </a:spcAft>
              <a:defRPr sz="1867" b="1" i="0" cap="all" baseline="0">
                <a:latin typeface="Arial Black" panose="020B0604020202020204" pitchFamily="34" charset="0"/>
              </a:defRPr>
            </a:lvl1pPr>
            <a:lvl2pPr marL="121917" indent="-121917">
              <a:lnSpc>
                <a:spcPct val="90000"/>
              </a:lnSpc>
              <a:spcBef>
                <a:spcPts val="0"/>
              </a:spcBef>
              <a:buClrTx/>
              <a:buSzPct val="78000"/>
              <a:buFont typeface="Arial" panose="020B0604020202020204" pitchFamily="34" charset="0"/>
              <a:buChar char="•"/>
              <a:defRPr sz="1067"/>
            </a:lvl2pPr>
            <a:lvl3pPr marL="243834" indent="-121917">
              <a:spcBef>
                <a:spcPts val="53"/>
              </a:spcBef>
              <a:buClrTx/>
              <a:buSzPct val="78000"/>
              <a:buFont typeface="Arial" panose="020B0604020202020204" pitchFamily="34" charset="0"/>
              <a:buChar char="•"/>
              <a:defRPr sz="1067"/>
            </a:lvl3pPr>
            <a:lvl4pPr marL="365751" indent="-121917">
              <a:spcBef>
                <a:spcPts val="53"/>
              </a:spcBef>
              <a:buClrTx/>
              <a:buSzPct val="78000"/>
              <a:buFont typeface="Arial" panose="020B0604020202020204" pitchFamily="34" charset="0"/>
              <a:buChar char="•"/>
              <a:defRPr sz="1067"/>
            </a:lvl4pPr>
            <a:lvl5pPr marL="487668" indent="-121917">
              <a:spcBef>
                <a:spcPts val="53"/>
              </a:spcBef>
              <a:buClrTx/>
              <a:buSzPct val="78000"/>
              <a:buFont typeface="Arial" panose="020B0604020202020204" pitchFamily="34" charset="0"/>
              <a:buChar char="•"/>
              <a:defRPr sz="10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27F0CD94-AE41-A69A-7845-480666A8A405}"/>
              </a:ext>
            </a:extLst>
          </p:cNvPr>
          <p:cNvSpPr>
            <a:spLocks noGrp="1"/>
          </p:cNvSpPr>
          <p:nvPr>
            <p:ph type="title"/>
          </p:nvPr>
        </p:nvSpPr>
        <p:spPr>
          <a:xfrm>
            <a:off x="624468" y="1036320"/>
            <a:ext cx="4847064" cy="4589341"/>
          </a:xfrm>
        </p:spPr>
        <p:txBody>
          <a:bodyPr anchor="ctr" anchorCtr="1"/>
          <a:lstStyle>
            <a:lvl1pPr>
              <a:lnSpc>
                <a:spcPct val="75000"/>
              </a:lnSpc>
              <a:defRPr sz="6400">
                <a:solidFill>
                  <a:schemeClr val="tx1"/>
                </a:solidFill>
              </a:defRPr>
            </a:lvl1pPr>
          </a:lstStyle>
          <a:p>
            <a:r>
              <a:rPr lang="en-US"/>
              <a:t>Click to edit Master title style</a:t>
            </a:r>
          </a:p>
        </p:txBody>
      </p:sp>
      <p:pic>
        <p:nvPicPr>
          <p:cNvPr id="6" name="Graphic 5" descr="Lilly Logo">
            <a:extLst>
              <a:ext uri="{FF2B5EF4-FFF2-40B4-BE49-F238E27FC236}">
                <a16:creationId xmlns:a16="http://schemas.microsoft.com/office/drawing/2014/main" id="{56C8CD11-C292-5DFD-26CC-ED5F1CBC90B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285249268"/>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ilestones Two-Color–Light &amp; Dark">
    <p:bg>
      <p:bgPr>
        <a:solidFill>
          <a:schemeClr val="tx1"/>
        </a:solidFill>
        <a:effectLst/>
      </p:bgPr>
    </p:bg>
    <p:spTree>
      <p:nvGrpSpPr>
        <p:cNvPr id="1" name=""/>
        <p:cNvGrpSpPr/>
        <p:nvPr/>
      </p:nvGrpSpPr>
      <p:grpSpPr>
        <a:xfrm>
          <a:off x="0" y="0"/>
          <a:ext cx="0" cy="0"/>
          <a:chOff x="0" y="0"/>
          <a:chExt cx="0" cy="0"/>
        </a:xfrm>
      </p:grpSpPr>
      <p:sp>
        <p:nvSpPr>
          <p:cNvPr id="24" name="SmartArt Placeholder 23">
            <a:extLst>
              <a:ext uri="{FF2B5EF4-FFF2-40B4-BE49-F238E27FC236}">
                <a16:creationId xmlns:a16="http://schemas.microsoft.com/office/drawing/2014/main" id="{1C4E0AEE-D5C6-F81E-1380-71BF665B6402}"/>
              </a:ext>
            </a:extLst>
          </p:cNvPr>
          <p:cNvSpPr>
            <a:spLocks noGrp="1"/>
          </p:cNvSpPr>
          <p:nvPr>
            <p:ph type="dgm" sz="quarter" idx="14"/>
          </p:nvPr>
        </p:nvSpPr>
        <p:spPr>
          <a:xfrm>
            <a:off x="6095999" y="-4"/>
            <a:ext cx="6096000" cy="6864096"/>
          </a:xfrm>
          <a:solidFill>
            <a:schemeClr val="accent1"/>
          </a:solidFill>
        </p:spPr>
        <p:txBody>
          <a:bodyPr/>
          <a:lstStyle>
            <a:lvl1pPr>
              <a:defRPr>
                <a:noFill/>
              </a:defRPr>
            </a:lvl1pPr>
          </a:lstStyle>
          <a:p>
            <a:endParaRPr lang="en-US"/>
          </a:p>
        </p:txBody>
      </p:sp>
      <p:sp>
        <p:nvSpPr>
          <p:cNvPr id="3" name="Slide Number Placeholder 2">
            <a:extLst>
              <a:ext uri="{FF2B5EF4-FFF2-40B4-BE49-F238E27FC236}">
                <a16:creationId xmlns:a16="http://schemas.microsoft.com/office/drawing/2014/main" id="{837C7FE1-1CB5-DF8D-7841-7EF2A456B43A}"/>
              </a:ext>
            </a:extLst>
          </p:cNvPr>
          <p:cNvSpPr>
            <a:spLocks noGrp="1"/>
          </p:cNvSpPr>
          <p:nvPr>
            <p:ph type="sldNum" idx="10"/>
          </p:nvPr>
        </p:nvSpPr>
        <p:spPr/>
        <p:txBody>
          <a:bodyPr/>
          <a:lstStyle/>
          <a:p>
            <a:fld id="{00000000-1234-1234-1234-123412341234}" type="slidenum">
              <a:rPr lang="en" smtClean="0"/>
              <a:pPr/>
              <a:t>‹#›</a:t>
            </a:fld>
            <a:endParaRPr lang="en"/>
          </a:p>
        </p:txBody>
      </p:sp>
      <p:sp>
        <p:nvSpPr>
          <p:cNvPr id="4" name="Footer Placeholder 3">
            <a:extLst>
              <a:ext uri="{FF2B5EF4-FFF2-40B4-BE49-F238E27FC236}">
                <a16:creationId xmlns:a16="http://schemas.microsoft.com/office/drawing/2014/main" id="{FEDD6445-DAEF-2049-72F1-ED55C6621D1E}"/>
              </a:ext>
            </a:extLst>
          </p:cNvPr>
          <p:cNvSpPr>
            <a:spLocks noGrp="1"/>
          </p:cNvSpPr>
          <p:nvPr>
            <p:ph type="ftr" sz="quarter" idx="11"/>
          </p:nvPr>
        </p:nvSpPr>
        <p:spPr/>
        <p:txBody>
          <a:bodyPr/>
          <a:lstStyle/>
          <a:p>
            <a:r>
              <a:rPr lang="en-US"/>
              <a:t>Company Confidential  © 2024 Eli Lilly and Company</a:t>
            </a:r>
          </a:p>
        </p:txBody>
      </p:sp>
      <p:sp>
        <p:nvSpPr>
          <p:cNvPr id="9" name="Text Placeholder 8">
            <a:extLst>
              <a:ext uri="{FF2B5EF4-FFF2-40B4-BE49-F238E27FC236}">
                <a16:creationId xmlns:a16="http://schemas.microsoft.com/office/drawing/2014/main" id="{4AAA1450-764B-03E2-D5E2-DBE43916ABBD}"/>
              </a:ext>
            </a:extLst>
          </p:cNvPr>
          <p:cNvSpPr>
            <a:spLocks noGrp="1"/>
          </p:cNvSpPr>
          <p:nvPr>
            <p:ph type="body" sz="quarter" idx="12"/>
          </p:nvPr>
        </p:nvSpPr>
        <p:spPr>
          <a:xfrm>
            <a:off x="7170317" y="-2"/>
            <a:ext cx="3951167" cy="6858001"/>
          </a:xfrm>
        </p:spPr>
        <p:txBody>
          <a:bodyPr anchor="ctr" anchorCtr="0">
            <a:noAutofit/>
          </a:bodyPr>
          <a:lstStyle>
            <a:lvl1pPr>
              <a:lnSpc>
                <a:spcPct val="90000"/>
              </a:lnSpc>
              <a:spcBef>
                <a:spcPts val="1600"/>
              </a:spcBef>
              <a:spcAft>
                <a:spcPts val="1600"/>
              </a:spcAft>
              <a:defRPr sz="1867" b="1" i="0" cap="all" baseline="0">
                <a:latin typeface="Arial Black" panose="020B0604020202020204" pitchFamily="34" charset="0"/>
              </a:defRPr>
            </a:lvl1pPr>
            <a:lvl2pPr marL="121917" indent="-121917">
              <a:lnSpc>
                <a:spcPct val="90000"/>
              </a:lnSpc>
              <a:spcBef>
                <a:spcPts val="0"/>
              </a:spcBef>
              <a:buClrTx/>
              <a:buSzPct val="78000"/>
              <a:buFont typeface="Arial" panose="020B0604020202020204" pitchFamily="34" charset="0"/>
              <a:buChar char="•"/>
              <a:defRPr sz="1067"/>
            </a:lvl2pPr>
            <a:lvl3pPr marL="243834" indent="-121917">
              <a:spcBef>
                <a:spcPts val="53"/>
              </a:spcBef>
              <a:buClrTx/>
              <a:buSzPct val="78000"/>
              <a:buFont typeface="Arial" panose="020B0604020202020204" pitchFamily="34" charset="0"/>
              <a:buChar char="•"/>
              <a:defRPr sz="1067"/>
            </a:lvl3pPr>
            <a:lvl4pPr marL="365751" indent="-121917">
              <a:spcBef>
                <a:spcPts val="53"/>
              </a:spcBef>
              <a:buClrTx/>
              <a:buSzPct val="78000"/>
              <a:buFont typeface="Arial" panose="020B0604020202020204" pitchFamily="34" charset="0"/>
              <a:buChar char="•"/>
              <a:defRPr sz="1067"/>
            </a:lvl4pPr>
            <a:lvl5pPr marL="487668" indent="-121917">
              <a:spcBef>
                <a:spcPts val="53"/>
              </a:spcBef>
              <a:buClrTx/>
              <a:buSzPct val="78000"/>
              <a:buFont typeface="Arial" panose="020B0604020202020204" pitchFamily="34" charset="0"/>
              <a:buChar char="•"/>
              <a:defRPr sz="10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27F0CD94-AE41-A69A-7845-480666A8A405}"/>
              </a:ext>
            </a:extLst>
          </p:cNvPr>
          <p:cNvSpPr>
            <a:spLocks noGrp="1"/>
          </p:cNvSpPr>
          <p:nvPr>
            <p:ph type="title"/>
          </p:nvPr>
        </p:nvSpPr>
        <p:spPr>
          <a:xfrm>
            <a:off x="624468" y="1036320"/>
            <a:ext cx="4847064" cy="4589341"/>
          </a:xfrm>
        </p:spPr>
        <p:txBody>
          <a:bodyPr anchor="ctr" anchorCtr="1"/>
          <a:lstStyle>
            <a:lvl1pPr>
              <a:lnSpc>
                <a:spcPct val="75000"/>
              </a:lnSpc>
              <a:defRPr sz="6400">
                <a:solidFill>
                  <a:schemeClr val="bg1"/>
                </a:solidFill>
              </a:defRPr>
            </a:lvl1pPr>
          </a:lstStyle>
          <a:p>
            <a:r>
              <a:rPr lang="en-US"/>
              <a:t>Click to edit Master title style</a:t>
            </a:r>
          </a:p>
        </p:txBody>
      </p:sp>
    </p:spTree>
    <p:extLst>
      <p:ext uri="{BB962C8B-B14F-4D97-AF65-F5344CB8AC3E}">
        <p14:creationId xmlns:p14="http://schemas.microsoft.com/office/powerpoint/2010/main" val="1553434745"/>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Big Statement over Color Background 01">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23A9F13-57E8-382C-12FF-3A26FB889C86}"/>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895DF3F4-5FD6-1A37-C306-D91CFCCAD61F}"/>
              </a:ext>
            </a:extLst>
          </p:cNvPr>
          <p:cNvSpPr>
            <a:spLocks noGrp="1"/>
          </p:cNvSpPr>
          <p:nvPr>
            <p:ph type="sldNum" sz="quarter" idx="11"/>
          </p:nvPr>
        </p:nvSpPr>
        <p:spPr/>
        <p:txBody>
          <a:bodyPr/>
          <a:lstStyle/>
          <a:p>
            <a:fld id="{48135D20-C3A1-FF4C-B4DB-BE449A9B144D}" type="slidenum">
              <a:t>‹#›</a:t>
            </a:fld>
            <a:endParaRPr lang="en-US"/>
          </a:p>
        </p:txBody>
      </p:sp>
      <p:sp>
        <p:nvSpPr>
          <p:cNvPr id="11" name="Text Placeholder 10">
            <a:extLst>
              <a:ext uri="{FF2B5EF4-FFF2-40B4-BE49-F238E27FC236}">
                <a16:creationId xmlns:a16="http://schemas.microsoft.com/office/drawing/2014/main" id="{2892DD86-6DC8-A216-C853-0E8EF768E6CB}"/>
              </a:ext>
            </a:extLst>
          </p:cNvPr>
          <p:cNvSpPr>
            <a:spLocks noGrp="1"/>
          </p:cNvSpPr>
          <p:nvPr>
            <p:ph type="body" sz="quarter" idx="12"/>
          </p:nvPr>
        </p:nvSpPr>
        <p:spPr>
          <a:xfrm>
            <a:off x="2133601" y="1694760"/>
            <a:ext cx="7924800" cy="445724"/>
          </a:xfrm>
        </p:spPr>
        <p:txBody>
          <a:bodyPr>
            <a:noAutofit/>
          </a:bodyPr>
          <a:lstStyle>
            <a:lvl1pPr algn="ctr">
              <a:defRPr sz="2400" b="1" i="0">
                <a:solidFill>
                  <a:schemeClr val="bg1"/>
                </a:solidFill>
                <a:latin typeface="Arial Black" panose="020B0604020202020204" pitchFamily="34" charset="0"/>
              </a:defRPr>
            </a:lvl1pPr>
            <a:lvl2pPr marL="0" indent="0" algn="ctr">
              <a:buNone/>
              <a:defRPr sz="2400" b="1" i="0">
                <a:latin typeface="Arial" panose="020B0604020202020204" pitchFamily="34" charset="0"/>
              </a:defRPr>
            </a:lvl2pPr>
            <a:lvl3pPr algn="ctr">
              <a:defRPr sz="2400" b="1" i="0">
                <a:latin typeface="Arial" panose="020B0604020202020204" pitchFamily="34" charset="0"/>
              </a:defRPr>
            </a:lvl3pPr>
            <a:lvl4pPr algn="ctr">
              <a:defRPr sz="2400" b="1" i="0">
                <a:latin typeface="Arial" panose="020B0604020202020204" pitchFamily="34" charset="0"/>
              </a:defRPr>
            </a:lvl4pPr>
            <a:lvl5pPr algn="ctr">
              <a:defRPr sz="2400" b="1" i="0">
                <a:latin typeface="Arial" panose="020B0604020202020204" pitchFamily="34" charset="0"/>
              </a:defRPr>
            </a:lvl5pPr>
          </a:lstStyle>
          <a:p>
            <a:pPr lvl="0"/>
            <a:r>
              <a:rPr lang="en-US"/>
              <a:t>Click to edit Master text styles</a:t>
            </a:r>
          </a:p>
        </p:txBody>
      </p:sp>
      <p:sp>
        <p:nvSpPr>
          <p:cNvPr id="12" name="Text Placeholder 10">
            <a:extLst>
              <a:ext uri="{FF2B5EF4-FFF2-40B4-BE49-F238E27FC236}">
                <a16:creationId xmlns:a16="http://schemas.microsoft.com/office/drawing/2014/main" id="{6EFF6AD5-B65F-CC40-E883-45D56723D499}"/>
              </a:ext>
            </a:extLst>
          </p:cNvPr>
          <p:cNvSpPr>
            <a:spLocks noGrp="1"/>
          </p:cNvSpPr>
          <p:nvPr>
            <p:ph type="body" sz="quarter" idx="13"/>
          </p:nvPr>
        </p:nvSpPr>
        <p:spPr>
          <a:xfrm>
            <a:off x="2133601" y="4663871"/>
            <a:ext cx="7924800" cy="445724"/>
          </a:xfrm>
        </p:spPr>
        <p:txBody>
          <a:bodyPr>
            <a:noAutofit/>
          </a:bodyPr>
          <a:lstStyle>
            <a:lvl1pPr algn="ctr">
              <a:defRPr sz="2400" b="1" i="0">
                <a:solidFill>
                  <a:schemeClr val="tx2"/>
                </a:solidFill>
                <a:latin typeface="Arial Black" panose="020B0604020202020204" pitchFamily="34" charset="0"/>
              </a:defRPr>
            </a:lvl1pPr>
            <a:lvl2pPr marL="0" indent="0" algn="ctr">
              <a:buNone/>
              <a:defRPr sz="2400" b="1" i="0">
                <a:latin typeface="Arial" panose="020B0604020202020204" pitchFamily="34" charset="0"/>
              </a:defRPr>
            </a:lvl2pPr>
            <a:lvl3pPr algn="ctr">
              <a:defRPr sz="2400" b="1" i="0">
                <a:latin typeface="Arial" panose="020B0604020202020204" pitchFamily="34" charset="0"/>
              </a:defRPr>
            </a:lvl3pPr>
            <a:lvl4pPr algn="ctr">
              <a:defRPr sz="2400" b="1" i="0">
                <a:latin typeface="Arial" panose="020B0604020202020204" pitchFamily="34" charset="0"/>
              </a:defRPr>
            </a:lvl4pPr>
            <a:lvl5pPr algn="ctr">
              <a:defRPr sz="2400" b="1" i="0">
                <a:latin typeface="Arial" panose="020B0604020202020204" pitchFamily="34" charset="0"/>
              </a:defRPr>
            </a:lvl5pPr>
          </a:lstStyle>
          <a:p>
            <a:pPr lvl="0"/>
            <a:r>
              <a:rPr lang="en-US"/>
              <a:t>Click to edit Master text styles</a:t>
            </a:r>
          </a:p>
        </p:txBody>
      </p:sp>
      <p:sp>
        <p:nvSpPr>
          <p:cNvPr id="5" name="Title 4">
            <a:extLst>
              <a:ext uri="{FF2B5EF4-FFF2-40B4-BE49-F238E27FC236}">
                <a16:creationId xmlns:a16="http://schemas.microsoft.com/office/drawing/2014/main" id="{1952E94D-C6AA-929E-323D-2A883145DBC6}"/>
              </a:ext>
            </a:extLst>
          </p:cNvPr>
          <p:cNvSpPr>
            <a:spLocks noGrp="1"/>
          </p:cNvSpPr>
          <p:nvPr>
            <p:ph type="title"/>
          </p:nvPr>
        </p:nvSpPr>
        <p:spPr>
          <a:xfrm>
            <a:off x="2132076" y="2203704"/>
            <a:ext cx="7927848" cy="2414016"/>
          </a:xfrm>
        </p:spPr>
        <p:txBody>
          <a:bodyPr anchor="ctr" anchorCtr="0">
            <a:noAutofit/>
          </a:bodyPr>
          <a:lstStyle>
            <a:lvl1pPr algn="ctr">
              <a:defRPr b="0" baseline="0">
                <a:latin typeface="Times New Roman" panose="02020603050405020304" pitchFamily="18" charset="0"/>
              </a:defRPr>
            </a:lvl1pPr>
          </a:lstStyle>
          <a:p>
            <a:r>
              <a:rPr lang="en-US"/>
              <a:t>Click to edit Master title style</a:t>
            </a:r>
          </a:p>
        </p:txBody>
      </p:sp>
      <p:pic>
        <p:nvPicPr>
          <p:cNvPr id="7" name="Graphic 6" descr="Lilly Logo">
            <a:extLst>
              <a:ext uri="{FF2B5EF4-FFF2-40B4-BE49-F238E27FC236}">
                <a16:creationId xmlns:a16="http://schemas.microsoft.com/office/drawing/2014/main" id="{AC2FFDCE-5198-D017-EFEB-8D526A5D6AE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484913655"/>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ig Statement over Color Background 02">
    <p:bg>
      <p:bgPr>
        <a:solidFill>
          <a:schemeClr val="accent4"/>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23A9F13-57E8-382C-12FF-3A26FB889C86}"/>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895DF3F4-5FD6-1A37-C306-D91CFCCAD61F}"/>
              </a:ext>
            </a:extLst>
          </p:cNvPr>
          <p:cNvSpPr>
            <a:spLocks noGrp="1"/>
          </p:cNvSpPr>
          <p:nvPr>
            <p:ph type="sldNum" sz="quarter" idx="11"/>
          </p:nvPr>
        </p:nvSpPr>
        <p:spPr/>
        <p:txBody>
          <a:bodyPr/>
          <a:lstStyle/>
          <a:p>
            <a:fld id="{48135D20-C3A1-FF4C-B4DB-BE449A9B144D}" type="slidenum">
              <a:t>‹#›</a:t>
            </a:fld>
            <a:endParaRPr lang="en-US"/>
          </a:p>
        </p:txBody>
      </p:sp>
      <p:sp>
        <p:nvSpPr>
          <p:cNvPr id="10" name="Text Placeholder 9">
            <a:extLst>
              <a:ext uri="{FF2B5EF4-FFF2-40B4-BE49-F238E27FC236}">
                <a16:creationId xmlns:a16="http://schemas.microsoft.com/office/drawing/2014/main" id="{8F83B8F6-DE94-9680-6D09-E108185290CB}"/>
              </a:ext>
            </a:extLst>
          </p:cNvPr>
          <p:cNvSpPr>
            <a:spLocks noGrp="1"/>
          </p:cNvSpPr>
          <p:nvPr>
            <p:ph type="body" sz="quarter" idx="13"/>
          </p:nvPr>
        </p:nvSpPr>
        <p:spPr>
          <a:xfrm>
            <a:off x="1929317" y="2408822"/>
            <a:ext cx="8333366" cy="644258"/>
          </a:xfrm>
        </p:spPr>
        <p:txBody>
          <a:bodyPr anchor="b" anchorCtr="0">
            <a:noAutofit/>
          </a:bodyPr>
          <a:lstStyle>
            <a:lvl1pPr marL="0" indent="0" algn="ctr">
              <a:lnSpc>
                <a:spcPts val="2200"/>
              </a:lnSpc>
              <a:spcBef>
                <a:spcPts val="0"/>
              </a:spcBef>
              <a:spcAft>
                <a:spcPts val="1200"/>
              </a:spcAft>
              <a:buFont typeface="Arial" panose="020B0604020202020204" pitchFamily="34" charset="0"/>
              <a:buNone/>
              <a:defRPr sz="2200" b="1" i="0">
                <a:solidFill>
                  <a:srgbClr val="C6DCD8"/>
                </a:solidFill>
                <a:latin typeface="Arial Black" panose="020B0604020202020204" pitchFamily="34" charset="0"/>
              </a:defRPr>
            </a:lvl1pPr>
            <a:lvl2pPr marL="0" indent="0" algn="ctr">
              <a:lnSpc>
                <a:spcPts val="5200"/>
              </a:lnSpc>
              <a:buNone/>
              <a:defRPr sz="5200" b="0" i="0" kern="500" spc="-200" baseline="0">
                <a:latin typeface="Times New Roman" panose="02020603050405020304" pitchFamily="18" charset="0"/>
              </a:defRPr>
            </a:lvl2pPr>
            <a:lvl3pPr marL="182871" indent="0" algn="ctr">
              <a:buNone/>
              <a:defRPr/>
            </a:lvl3pPr>
            <a:lvl4pPr marL="365760" indent="0" algn="ctr">
              <a:buNone/>
              <a:defRPr/>
            </a:lvl4pPr>
            <a:lvl5pPr marL="548640" indent="0" algn="ctr">
              <a:buNone/>
              <a:defRPr/>
            </a:lvl5pPr>
          </a:lstStyle>
          <a:p>
            <a:pPr lvl="0"/>
            <a:r>
              <a:rPr lang="en-US"/>
              <a:t>Click to edit Master text styles</a:t>
            </a:r>
          </a:p>
        </p:txBody>
      </p:sp>
      <p:sp>
        <p:nvSpPr>
          <p:cNvPr id="2" name="Title 1">
            <a:extLst>
              <a:ext uri="{FF2B5EF4-FFF2-40B4-BE49-F238E27FC236}">
                <a16:creationId xmlns:a16="http://schemas.microsoft.com/office/drawing/2014/main" id="{A0371AD5-767E-B0BF-448A-77A8E93E6A4E}"/>
              </a:ext>
            </a:extLst>
          </p:cNvPr>
          <p:cNvSpPr>
            <a:spLocks noGrp="1" noRot="1" noMove="1" noResize="1" noEditPoints="1" noAdjustHandles="1" noChangeArrowheads="1" noChangeShapeType="1"/>
          </p:cNvSpPr>
          <p:nvPr>
            <p:ph type="title"/>
          </p:nvPr>
        </p:nvSpPr>
        <p:spPr>
          <a:xfrm>
            <a:off x="1935480" y="3300870"/>
            <a:ext cx="8321040" cy="2744330"/>
          </a:xfrm>
        </p:spPr>
        <p:txBody>
          <a:bodyPr/>
          <a:lstStyle>
            <a:lvl1pPr algn="ctr">
              <a:lnSpc>
                <a:spcPts val="5200"/>
              </a:lnSpc>
              <a:spcAft>
                <a:spcPts val="500"/>
              </a:spcAft>
              <a:defRPr sz="5200" b="0">
                <a:latin typeface="Times New Roman" panose="02020603050405020304" pitchFamily="18" charset="0"/>
              </a:defRPr>
            </a:lvl1pPr>
          </a:lstStyle>
          <a:p>
            <a:r>
              <a:rPr lang="en-US"/>
              <a:t>Click to edit Master title style</a:t>
            </a:r>
          </a:p>
        </p:txBody>
      </p:sp>
      <p:pic>
        <p:nvPicPr>
          <p:cNvPr id="6" name="Graphic 5" descr="Lilly Logo">
            <a:extLst>
              <a:ext uri="{FF2B5EF4-FFF2-40B4-BE49-F238E27FC236}">
                <a16:creationId xmlns:a16="http://schemas.microsoft.com/office/drawing/2014/main" id="{6E8DF08F-3B7D-82D3-9CE4-E6B4B814051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861245292"/>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Statement over Color Background 03">
    <p:bg>
      <p:bgRef idx="1001">
        <a:schemeClr val="bg2"/>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23A9F13-57E8-382C-12FF-3A26FB889C86}"/>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895DF3F4-5FD6-1A37-C306-D91CFCCAD61F}"/>
              </a:ext>
            </a:extLst>
          </p:cNvPr>
          <p:cNvSpPr>
            <a:spLocks noGrp="1"/>
          </p:cNvSpPr>
          <p:nvPr>
            <p:ph type="sldNum" sz="quarter" idx="11"/>
          </p:nvPr>
        </p:nvSpPr>
        <p:spPr/>
        <p:txBody>
          <a:bodyPr/>
          <a:lstStyle/>
          <a:p>
            <a:fld id="{48135D20-C3A1-FF4C-B4DB-BE449A9B144D}" type="slidenum">
              <a:t>‹#›</a:t>
            </a:fld>
            <a:endParaRPr lang="en-US"/>
          </a:p>
        </p:txBody>
      </p:sp>
      <p:sp>
        <p:nvSpPr>
          <p:cNvPr id="10" name="Statement continued in small font size">
            <a:extLst>
              <a:ext uri="{FF2B5EF4-FFF2-40B4-BE49-F238E27FC236}">
                <a16:creationId xmlns:a16="http://schemas.microsoft.com/office/drawing/2014/main" id="{8F83B8F6-DE94-9680-6D09-E108185290CB}"/>
              </a:ext>
            </a:extLst>
          </p:cNvPr>
          <p:cNvSpPr>
            <a:spLocks noGrp="1"/>
          </p:cNvSpPr>
          <p:nvPr>
            <p:ph type="body" sz="quarter" idx="13"/>
          </p:nvPr>
        </p:nvSpPr>
        <p:spPr>
          <a:xfrm>
            <a:off x="7350370" y="3181643"/>
            <a:ext cx="4239768" cy="526718"/>
          </a:xfrm>
        </p:spPr>
        <p:txBody>
          <a:bodyPr anchor="ctr" anchorCtr="0">
            <a:noAutofit/>
          </a:bodyPr>
          <a:lstStyle>
            <a:lvl1pPr marL="0" indent="0" algn="r">
              <a:lnSpc>
                <a:spcPts val="2200"/>
              </a:lnSpc>
              <a:spcBef>
                <a:spcPts val="0"/>
              </a:spcBef>
              <a:spcAft>
                <a:spcPts val="1200"/>
              </a:spcAft>
              <a:buFont typeface="Arial" panose="020B0604020202020204" pitchFamily="34" charset="0"/>
              <a:buNone/>
              <a:defRPr sz="1600" b="1" i="0">
                <a:solidFill>
                  <a:schemeClr val="tx1"/>
                </a:solidFill>
                <a:latin typeface="Arial Black" panose="020B0604020202020204" pitchFamily="34" charset="0"/>
              </a:defRPr>
            </a:lvl1pPr>
            <a:lvl2pPr marL="0" indent="0" algn="ctr">
              <a:lnSpc>
                <a:spcPts val="5200"/>
              </a:lnSpc>
              <a:buNone/>
              <a:defRPr sz="5200" b="0" i="0" kern="500" spc="-200" baseline="0">
                <a:latin typeface="Times New Roman" panose="02020603050405020304" pitchFamily="18" charset="0"/>
              </a:defRPr>
            </a:lvl2pPr>
            <a:lvl3pPr marL="182871" indent="0" algn="ctr">
              <a:buNone/>
              <a:defRPr/>
            </a:lvl3pPr>
            <a:lvl4pPr marL="365760" indent="0" algn="ctr">
              <a:buNone/>
              <a:defRPr/>
            </a:lvl4pPr>
            <a:lvl5pPr marL="548640" indent="0" algn="ctr">
              <a:buNone/>
              <a:defRPr/>
            </a:lvl5pPr>
          </a:lstStyle>
          <a:p>
            <a:pPr lvl="0"/>
            <a:r>
              <a:rPr lang="en-US"/>
              <a:t>Click to edit Master text styles</a:t>
            </a:r>
          </a:p>
        </p:txBody>
      </p:sp>
      <p:sp>
        <p:nvSpPr>
          <p:cNvPr id="2" name="Title 1">
            <a:extLst>
              <a:ext uri="{FF2B5EF4-FFF2-40B4-BE49-F238E27FC236}">
                <a16:creationId xmlns:a16="http://schemas.microsoft.com/office/drawing/2014/main" id="{6D7944CE-72C1-78C9-8C6C-4C309EB68C06}"/>
              </a:ext>
            </a:extLst>
          </p:cNvPr>
          <p:cNvSpPr>
            <a:spLocks noGrp="1"/>
          </p:cNvSpPr>
          <p:nvPr>
            <p:ph type="title"/>
          </p:nvPr>
        </p:nvSpPr>
        <p:spPr>
          <a:xfrm>
            <a:off x="614240" y="802640"/>
            <a:ext cx="8686800" cy="5641682"/>
          </a:xfrm>
        </p:spPr>
        <p:txBody>
          <a:bodyPr anchor="ctr" anchorCtr="0">
            <a:noAutofit/>
          </a:bodyPr>
          <a:lstStyle>
            <a:lvl1pPr>
              <a:lnSpc>
                <a:spcPct val="75000"/>
              </a:lnSpc>
              <a:defRPr sz="11500" spc="0">
                <a:solidFill>
                  <a:schemeClr val="accent1"/>
                </a:solidFill>
              </a:defRPr>
            </a:lvl1pPr>
          </a:lstStyle>
          <a:p>
            <a:r>
              <a:rPr lang="en-US"/>
              <a:t>Click to edit Master title style</a:t>
            </a:r>
          </a:p>
        </p:txBody>
      </p:sp>
    </p:spTree>
    <p:extLst>
      <p:ext uri="{BB962C8B-B14F-4D97-AF65-F5344CB8AC3E}">
        <p14:creationId xmlns:p14="http://schemas.microsoft.com/office/powerpoint/2010/main" val="1105582135"/>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ig Statement over Color Background 04">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52083-21E6-353E-7D08-140DEC9D178A}"/>
              </a:ext>
            </a:extLst>
          </p:cNvPr>
          <p:cNvSpPr>
            <a:spLocks noGrp="1"/>
          </p:cNvSpPr>
          <p:nvPr>
            <p:ph type="title"/>
          </p:nvPr>
        </p:nvSpPr>
        <p:spPr>
          <a:xfrm>
            <a:off x="609600" y="2302764"/>
            <a:ext cx="11058144" cy="2133600"/>
          </a:xfrm>
        </p:spPr>
        <p:txBody>
          <a:bodyPr anchor="ctr" anchorCtr="0">
            <a:noAutofit/>
          </a:bodyPr>
          <a:lstStyle>
            <a:lvl1pPr algn="ctr">
              <a:defRPr sz="5333" b="0" i="0" spc="0" baseline="0">
                <a:solidFill>
                  <a:schemeClr val="tx2"/>
                </a:solidFill>
                <a:latin typeface="Times New Roman" panose="02020603050405020304" pitchFamily="18" charset="0"/>
              </a:defRPr>
            </a:lvl1pPr>
          </a:lstStyle>
          <a:p>
            <a:r>
              <a:rPr lang="en-US"/>
              <a:t>Click to edit Master title style</a:t>
            </a:r>
          </a:p>
        </p:txBody>
      </p:sp>
      <p:sp>
        <p:nvSpPr>
          <p:cNvPr id="3" name="Footer Placeholder 2">
            <a:extLst>
              <a:ext uri="{FF2B5EF4-FFF2-40B4-BE49-F238E27FC236}">
                <a16:creationId xmlns:a16="http://schemas.microsoft.com/office/drawing/2014/main" id="{6F88AB59-75B3-4547-D29A-E21B1071207A}"/>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03C9B77B-9F05-FB7E-DD0C-6F1EC3BC7552}"/>
              </a:ext>
            </a:extLst>
          </p:cNvPr>
          <p:cNvSpPr>
            <a:spLocks noGrp="1"/>
          </p:cNvSpPr>
          <p:nvPr>
            <p:ph type="sldNum" sz="quarter" idx="11"/>
          </p:nvPr>
        </p:nvSpPr>
        <p:spPr/>
        <p:txBody>
          <a:bodyPr/>
          <a:lstStyle/>
          <a:p>
            <a:fld id="{48135D20-C3A1-FF4C-B4DB-BE449A9B144D}" type="slidenum">
              <a:t>‹#›</a:t>
            </a:fld>
            <a:endParaRPr lang="en-US"/>
          </a:p>
        </p:txBody>
      </p:sp>
      <p:pic>
        <p:nvPicPr>
          <p:cNvPr id="8" name="Graphic 7" descr="Lilly Logo">
            <a:extLst>
              <a:ext uri="{FF2B5EF4-FFF2-40B4-BE49-F238E27FC236}">
                <a16:creationId xmlns:a16="http://schemas.microsoft.com/office/drawing/2014/main" id="{1B758845-A20E-3CCF-5DAF-823FFB5E756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3857232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Big Statement over Color Background 0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52083-21E6-353E-7D08-140DEC9D178A}"/>
              </a:ext>
            </a:extLst>
          </p:cNvPr>
          <p:cNvSpPr>
            <a:spLocks noGrp="1"/>
          </p:cNvSpPr>
          <p:nvPr>
            <p:ph type="title"/>
          </p:nvPr>
        </p:nvSpPr>
        <p:spPr>
          <a:xfrm>
            <a:off x="5411095" y="1775013"/>
            <a:ext cx="6256649" cy="4456976"/>
          </a:xfrm>
        </p:spPr>
        <p:txBody>
          <a:bodyPr anchor="b" anchorCtr="0">
            <a:noAutofit/>
          </a:bodyPr>
          <a:lstStyle>
            <a:lvl1pPr algn="l">
              <a:lnSpc>
                <a:spcPts val="7733"/>
              </a:lnSpc>
              <a:defRPr sz="7733" b="0" i="0" spc="-200" baseline="0">
                <a:solidFill>
                  <a:schemeClr val="tx1"/>
                </a:solidFill>
                <a:latin typeface="Times New Roman" panose="02020603050405020304" pitchFamily="18" charset="0"/>
              </a:defRPr>
            </a:lvl1pPr>
          </a:lstStyle>
          <a:p>
            <a:r>
              <a:rPr lang="en-US"/>
              <a:t>Click to edit Master title style</a:t>
            </a:r>
          </a:p>
        </p:txBody>
      </p:sp>
      <p:sp>
        <p:nvSpPr>
          <p:cNvPr id="3" name="Footer Placeholder 2">
            <a:extLst>
              <a:ext uri="{FF2B5EF4-FFF2-40B4-BE49-F238E27FC236}">
                <a16:creationId xmlns:a16="http://schemas.microsoft.com/office/drawing/2014/main" id="{6F88AB59-75B3-4547-D29A-E21B1071207A}"/>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03C9B77B-9F05-FB7E-DD0C-6F1EC3BC7552}"/>
              </a:ext>
            </a:extLst>
          </p:cNvPr>
          <p:cNvSpPr>
            <a:spLocks noGrp="1"/>
          </p:cNvSpPr>
          <p:nvPr>
            <p:ph type="sldNum" sz="quarter" idx="11"/>
          </p:nvPr>
        </p:nvSpPr>
        <p:spPr/>
        <p:txBody>
          <a:bodyPr/>
          <a:lstStyle/>
          <a:p>
            <a:fld id="{48135D20-C3A1-FF4C-B4DB-BE449A9B144D}" type="slidenum">
              <a:t>‹#›</a:t>
            </a:fld>
            <a:endParaRPr lang="en-US"/>
          </a:p>
        </p:txBody>
      </p:sp>
      <p:pic>
        <p:nvPicPr>
          <p:cNvPr id="6" name="Graphic 5" descr="Lilly Logo">
            <a:extLst>
              <a:ext uri="{FF2B5EF4-FFF2-40B4-BE49-F238E27FC236}">
                <a16:creationId xmlns:a16="http://schemas.microsoft.com/office/drawing/2014/main" id="{A4B21B32-E086-60EE-E737-601E77F2E8B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968766791"/>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ig Statement over Color Background 0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52083-21E6-353E-7D08-140DEC9D178A}"/>
              </a:ext>
            </a:extLst>
          </p:cNvPr>
          <p:cNvSpPr>
            <a:spLocks noGrp="1"/>
          </p:cNvSpPr>
          <p:nvPr>
            <p:ph type="title"/>
          </p:nvPr>
        </p:nvSpPr>
        <p:spPr>
          <a:xfrm>
            <a:off x="4324575" y="1775012"/>
            <a:ext cx="7343170" cy="4624651"/>
          </a:xfrm>
        </p:spPr>
        <p:txBody>
          <a:bodyPr anchor="b" anchorCtr="0">
            <a:noAutofit/>
          </a:bodyPr>
          <a:lstStyle>
            <a:lvl1pPr algn="r">
              <a:lnSpc>
                <a:spcPts val="6667"/>
              </a:lnSpc>
              <a:defRPr sz="6667" b="0" i="0" spc="-200" baseline="0">
                <a:solidFill>
                  <a:schemeClr val="tx2"/>
                </a:solidFill>
                <a:latin typeface="Times New Roman" panose="02020603050405020304" pitchFamily="18" charset="0"/>
              </a:defRPr>
            </a:lvl1pPr>
          </a:lstStyle>
          <a:p>
            <a:r>
              <a:rPr lang="en-US"/>
              <a:t>Click to edit Master title style</a:t>
            </a:r>
          </a:p>
        </p:txBody>
      </p:sp>
      <p:sp>
        <p:nvSpPr>
          <p:cNvPr id="3" name="Footer Placeholder 2">
            <a:extLst>
              <a:ext uri="{FF2B5EF4-FFF2-40B4-BE49-F238E27FC236}">
                <a16:creationId xmlns:a16="http://schemas.microsoft.com/office/drawing/2014/main" id="{6F88AB59-75B3-4547-D29A-E21B1071207A}"/>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03C9B77B-9F05-FB7E-DD0C-6F1EC3BC7552}"/>
              </a:ext>
            </a:extLst>
          </p:cNvPr>
          <p:cNvSpPr>
            <a:spLocks noGrp="1"/>
          </p:cNvSpPr>
          <p:nvPr>
            <p:ph type="sldNum" sz="quarter" idx="11"/>
          </p:nvPr>
        </p:nvSpPr>
        <p:spPr/>
        <p:txBody>
          <a:bodyPr/>
          <a:lstStyle/>
          <a:p>
            <a:fld id="{48135D20-C3A1-FF4C-B4DB-BE449A9B144D}" type="slidenum">
              <a:t>‹#›</a:t>
            </a:fld>
            <a:endParaRPr lang="en-US"/>
          </a:p>
        </p:txBody>
      </p:sp>
      <p:sp>
        <p:nvSpPr>
          <p:cNvPr id="9" name="Statement continued in small font size">
            <a:extLst>
              <a:ext uri="{FF2B5EF4-FFF2-40B4-BE49-F238E27FC236}">
                <a16:creationId xmlns:a16="http://schemas.microsoft.com/office/drawing/2014/main" id="{3DEA6E8A-8159-3856-2223-A1E47E3826A7}"/>
              </a:ext>
            </a:extLst>
          </p:cNvPr>
          <p:cNvSpPr>
            <a:spLocks noGrp="1"/>
          </p:cNvSpPr>
          <p:nvPr>
            <p:ph type="body" sz="quarter" idx="13"/>
          </p:nvPr>
        </p:nvSpPr>
        <p:spPr>
          <a:xfrm>
            <a:off x="610437" y="490610"/>
            <a:ext cx="4239768" cy="526718"/>
          </a:xfrm>
        </p:spPr>
        <p:txBody>
          <a:bodyPr anchor="t" anchorCtr="0">
            <a:noAutofit/>
          </a:bodyPr>
          <a:lstStyle>
            <a:lvl1pPr marL="0" indent="0" algn="l">
              <a:lnSpc>
                <a:spcPct val="90000"/>
              </a:lnSpc>
              <a:spcBef>
                <a:spcPts val="0"/>
              </a:spcBef>
              <a:spcAft>
                <a:spcPts val="1200"/>
              </a:spcAft>
              <a:buFont typeface="Arial" panose="020B0604020202020204" pitchFamily="34" charset="0"/>
              <a:buNone/>
              <a:defRPr sz="1600" b="1" i="0">
                <a:solidFill>
                  <a:schemeClr val="tx1"/>
                </a:solidFill>
                <a:latin typeface="Arial Black" panose="020B0604020202020204" pitchFamily="34" charset="0"/>
              </a:defRPr>
            </a:lvl1pPr>
            <a:lvl2pPr marL="0" indent="0" algn="ctr">
              <a:lnSpc>
                <a:spcPts val="5200"/>
              </a:lnSpc>
              <a:buNone/>
              <a:defRPr sz="5200" b="0" i="0" kern="500" spc="-200" baseline="0">
                <a:latin typeface="Times New Roman" panose="02020603050405020304" pitchFamily="18" charset="0"/>
              </a:defRPr>
            </a:lvl2pPr>
            <a:lvl3pPr marL="182871" indent="0" algn="ctr">
              <a:buNone/>
              <a:defRPr/>
            </a:lvl3pPr>
            <a:lvl4pPr marL="365760" indent="0" algn="ctr">
              <a:buNone/>
              <a:defRPr/>
            </a:lvl4pPr>
            <a:lvl5pPr marL="548640" indent="0" algn="ctr">
              <a:buNone/>
              <a:defRPr/>
            </a:lvl5pPr>
          </a:lstStyle>
          <a:p>
            <a:pPr lvl="0"/>
            <a:r>
              <a:rPr lang="en-US"/>
              <a:t>Click to edit Master text styles</a:t>
            </a:r>
          </a:p>
        </p:txBody>
      </p:sp>
      <p:pic>
        <p:nvPicPr>
          <p:cNvPr id="6" name="Graphic 5" descr="Lilly Logo">
            <a:extLst>
              <a:ext uri="{FF2B5EF4-FFF2-40B4-BE49-F238E27FC236}">
                <a16:creationId xmlns:a16="http://schemas.microsoft.com/office/drawing/2014/main" id="{DABB585C-D54E-4BAF-CC96-8A82DECBD69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1229774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Graphic Background 01" preserve="1" userDrawn="1">
  <p:cSld name="Graphic Background 01">
    <p:bg>
      <p:bgRef idx="1001">
        <a:schemeClr val="bg1"/>
      </p:bgRef>
    </p:bg>
    <p:spTree>
      <p:nvGrpSpPr>
        <p:cNvPr id="1" name="Shape 105"/>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F20DBA-B1E1-C2C7-B6F0-1DE9931CBF0B}"/>
              </a:ext>
            </a:extLst>
          </p:cNvPr>
          <p:cNvSpPr>
            <a:spLocks noGrp="1"/>
          </p:cNvSpPr>
          <p:nvPr>
            <p:ph type="pic" sz="quarter" idx="12"/>
          </p:nvPr>
        </p:nvSpPr>
        <p:spPr>
          <a:xfrm>
            <a:off x="0" y="0"/>
            <a:ext cx="12192000" cy="6858000"/>
          </a:xfrm>
        </p:spPr>
        <p:txBody>
          <a:bodyPr anchor="t" anchorCtr="0"/>
          <a:lstStyle>
            <a:lvl1pPr algn="l">
              <a:defRPr/>
            </a:lvl1pPr>
          </a:lstStyle>
          <a:p>
            <a:endParaRPr lang="en-US"/>
          </a:p>
        </p:txBody>
      </p:sp>
      <p:sp>
        <p:nvSpPr>
          <p:cNvPr id="2" name="Footer Placeholder 1">
            <a:extLst>
              <a:ext uri="{FF2B5EF4-FFF2-40B4-BE49-F238E27FC236}">
                <a16:creationId xmlns:a16="http://schemas.microsoft.com/office/drawing/2014/main" id="{24A7BFE9-C3CB-DF75-E90C-D303B796B3AD}"/>
              </a:ext>
            </a:extLst>
          </p:cNvPr>
          <p:cNvSpPr>
            <a:spLocks noGrp="1"/>
          </p:cNvSpPr>
          <p:nvPr>
            <p:ph type="ftr" sz="quarter" idx="10"/>
          </p:nvPr>
        </p:nvSpPr>
        <p:spPr>
          <a:xfrm>
            <a:off x="9355667" y="6510528"/>
            <a:ext cx="2276597" cy="118872"/>
          </a:xfrm>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30841EC6-3231-AF73-0470-99937511BDB2}"/>
              </a:ext>
            </a:extLst>
          </p:cNvPr>
          <p:cNvSpPr>
            <a:spLocks noGrp="1"/>
          </p:cNvSpPr>
          <p:nvPr>
            <p:ph type="sldNum" idx="11"/>
          </p:nvPr>
        </p:nvSpPr>
        <p:spPr/>
        <p:txBody>
          <a:bodyPr/>
          <a:lstStyle/>
          <a:p>
            <a:fld id="{00000000-1234-1234-1234-123412341234}" type="slidenum">
              <a:rPr lang="en" smtClean="0"/>
              <a:pPr/>
              <a:t>‹#›</a:t>
            </a:fld>
            <a:endParaRPr lang="en"/>
          </a:p>
        </p:txBody>
      </p:sp>
      <p:sp>
        <p:nvSpPr>
          <p:cNvPr id="3" name="Title 11">
            <a:extLst>
              <a:ext uri="{FF2B5EF4-FFF2-40B4-BE49-F238E27FC236}">
                <a16:creationId xmlns:a16="http://schemas.microsoft.com/office/drawing/2014/main" id="{1BBE0F4E-E827-6CA6-7386-8D61F04F68B6}"/>
              </a:ext>
            </a:extLst>
          </p:cNvPr>
          <p:cNvSpPr>
            <a:spLocks noGrp="1"/>
          </p:cNvSpPr>
          <p:nvPr>
            <p:ph type="title"/>
          </p:nvPr>
        </p:nvSpPr>
        <p:spPr>
          <a:xfrm>
            <a:off x="2702312" y="1924050"/>
            <a:ext cx="6787376" cy="3009900"/>
          </a:xfrm>
        </p:spPr>
        <p:txBody>
          <a:bodyPr anchor="ctr" anchorCtr="1">
            <a:noAutofit/>
          </a:bodyPr>
          <a:lstStyle>
            <a:lvl1pPr algn="ctr">
              <a:lnSpc>
                <a:spcPct val="85000"/>
              </a:lnSpc>
              <a:defRPr sz="4000" spc="-200" baseline="0">
                <a:solidFill>
                  <a:schemeClr val="accent1"/>
                </a:solidFill>
              </a:defRPr>
            </a:lvl1pPr>
          </a:lstStyle>
          <a:p>
            <a:r>
              <a:rPr lang="en-US"/>
              <a:t>Click to edit Master title style</a:t>
            </a:r>
          </a:p>
        </p:txBody>
      </p:sp>
      <p:pic>
        <p:nvPicPr>
          <p:cNvPr id="5" name="Graphic 4" descr="Lilly Logo">
            <a:extLst>
              <a:ext uri="{FF2B5EF4-FFF2-40B4-BE49-F238E27FC236}">
                <a16:creationId xmlns:a16="http://schemas.microsoft.com/office/drawing/2014/main" id="{205A13F0-80C1-AA52-1966-87DC2B3788D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68318961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Graphic Background 02" preserve="1" userDrawn="1">
  <p:cSld name="Graphic Background 02">
    <p:bg>
      <p:bgPr>
        <a:solidFill>
          <a:schemeClr val="accent1"/>
        </a:solidFill>
        <a:effectLst/>
      </p:bgPr>
    </p:bg>
    <p:spTree>
      <p:nvGrpSpPr>
        <p:cNvPr id="1" name="Shape 112"/>
        <p:cNvGrpSpPr/>
        <p:nvPr/>
      </p:nvGrpSpPr>
      <p:grpSpPr>
        <a:xfrm>
          <a:off x="0" y="0"/>
          <a:ext cx="0" cy="0"/>
          <a:chOff x="0" y="0"/>
          <a:chExt cx="0" cy="0"/>
        </a:xfrm>
      </p:grpSpPr>
      <p:sp>
        <p:nvSpPr>
          <p:cNvPr id="21" name="SmartArt Placeholder 20">
            <a:extLst>
              <a:ext uri="{FF2B5EF4-FFF2-40B4-BE49-F238E27FC236}">
                <a16:creationId xmlns:a16="http://schemas.microsoft.com/office/drawing/2014/main" id="{B57C235C-8485-5360-225C-3B2EDC4B6E23}"/>
              </a:ext>
            </a:extLst>
          </p:cNvPr>
          <p:cNvSpPr>
            <a:spLocks noGrp="1"/>
          </p:cNvSpPr>
          <p:nvPr>
            <p:ph type="dgm" sz="quarter" idx="23" hasCustomPrompt="1"/>
          </p:nvPr>
        </p:nvSpPr>
        <p:spPr>
          <a:xfrm>
            <a:off x="5017828" y="0"/>
            <a:ext cx="7215554" cy="6858000"/>
          </a:xfrm>
          <a:custGeom>
            <a:avLst/>
            <a:gdLst>
              <a:gd name="connsiteX0" fmla="*/ 2725644 w 7215554"/>
              <a:gd name="connsiteY0" fmla="*/ 0 h 6858000"/>
              <a:gd name="connsiteX1" fmla="*/ 3244362 w 7215554"/>
              <a:gd name="connsiteY1" fmla="*/ 0 h 6858000"/>
              <a:gd name="connsiteX2" fmla="*/ 7215554 w 7215554"/>
              <a:gd name="connsiteY2" fmla="*/ 0 h 6858000"/>
              <a:gd name="connsiteX3" fmla="*/ 7215554 w 7215554"/>
              <a:gd name="connsiteY3" fmla="*/ 6858000 h 6858000"/>
              <a:gd name="connsiteX4" fmla="*/ 4489910 w 7215554"/>
              <a:gd name="connsiteY4" fmla="*/ 6858000 h 6858000"/>
              <a:gd name="connsiteX5" fmla="*/ 3244362 w 7215554"/>
              <a:gd name="connsiteY5" fmla="*/ 6858000 h 6858000"/>
              <a:gd name="connsiteX6" fmla="*/ 0 w 72155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15554" h="6858000">
                <a:moveTo>
                  <a:pt x="2725644" y="0"/>
                </a:moveTo>
                <a:lnTo>
                  <a:pt x="3244362" y="0"/>
                </a:lnTo>
                <a:lnTo>
                  <a:pt x="7215554" y="0"/>
                </a:lnTo>
                <a:lnTo>
                  <a:pt x="7215554" y="6858000"/>
                </a:lnTo>
                <a:lnTo>
                  <a:pt x="4489910" y="6858000"/>
                </a:lnTo>
                <a:lnTo>
                  <a:pt x="3244362" y="6858000"/>
                </a:lnTo>
                <a:lnTo>
                  <a:pt x="0" y="6858000"/>
                </a:lnTo>
                <a:close/>
              </a:path>
            </a:pathLst>
          </a:custGeom>
          <a:solidFill>
            <a:schemeClr val="accent3"/>
          </a:solidFill>
        </p:spPr>
        <p:txBody>
          <a:bodyPr wrap="square">
            <a:noAutofit/>
          </a:bodyPr>
          <a:lstStyle>
            <a:lvl1pPr algn="r">
              <a:defRPr>
                <a:solidFill>
                  <a:schemeClr val="accent2">
                    <a:alpha val="17154"/>
                  </a:schemeClr>
                </a:solidFill>
              </a:defRPr>
            </a:lvl1pPr>
          </a:lstStyle>
          <a:p>
            <a:r>
              <a:rPr lang="en-US"/>
              <a:t>Shape color</a:t>
            </a:r>
          </a:p>
        </p:txBody>
      </p:sp>
      <p:sp>
        <p:nvSpPr>
          <p:cNvPr id="2" name="Footer Placeholder 1">
            <a:extLst>
              <a:ext uri="{FF2B5EF4-FFF2-40B4-BE49-F238E27FC236}">
                <a16:creationId xmlns:a16="http://schemas.microsoft.com/office/drawing/2014/main" id="{8CC5E395-F288-9253-3D88-0117C73EBED6}"/>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B1120028-9799-A742-CC7F-9C803699A417}"/>
              </a:ext>
            </a:extLst>
          </p:cNvPr>
          <p:cNvSpPr>
            <a:spLocks noGrp="1"/>
          </p:cNvSpPr>
          <p:nvPr>
            <p:ph type="sldNum" idx="11"/>
          </p:nvPr>
        </p:nvSpPr>
        <p:spPr/>
        <p:txBody>
          <a:bodyPr/>
          <a:lstStyle/>
          <a:p>
            <a:fld id="{00000000-1234-1234-1234-123412341234}" type="slidenum">
              <a:rPr lang="en" smtClean="0"/>
              <a:pPr/>
              <a:t>‹#›</a:t>
            </a:fld>
            <a:endParaRPr lang="en"/>
          </a:p>
        </p:txBody>
      </p:sp>
      <p:sp>
        <p:nvSpPr>
          <p:cNvPr id="11" name="Text Placeholder 22">
            <a:extLst>
              <a:ext uri="{FF2B5EF4-FFF2-40B4-BE49-F238E27FC236}">
                <a16:creationId xmlns:a16="http://schemas.microsoft.com/office/drawing/2014/main" id="{50A869F2-3326-07B5-A0FB-201D9F4B9252}"/>
              </a:ext>
            </a:extLst>
          </p:cNvPr>
          <p:cNvSpPr>
            <a:spLocks noGrp="1"/>
          </p:cNvSpPr>
          <p:nvPr>
            <p:ph type="body" sz="quarter" idx="12"/>
          </p:nvPr>
        </p:nvSpPr>
        <p:spPr>
          <a:xfrm>
            <a:off x="457200" y="482600"/>
            <a:ext cx="6438900" cy="712500"/>
          </a:xfrm>
          <a:prstGeom prst="rect">
            <a:avLst/>
          </a:prstGeom>
        </p:spPr>
        <p:txBody>
          <a:bodyPr wrap="none">
            <a:noAutofit/>
          </a:bodyPr>
          <a:lstStyle>
            <a:lvl1pPr marL="0" indent="0" algn="r">
              <a:lnSpc>
                <a:spcPct val="85000"/>
              </a:lnSpc>
              <a:spcBef>
                <a:spcPts val="500"/>
              </a:spcBef>
              <a:buNone/>
              <a:defRPr sz="4800" b="1" i="0" baseline="0">
                <a:solidFill>
                  <a:schemeClr val="bg1"/>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a:t>Click to edit Master text styles</a:t>
            </a:r>
          </a:p>
        </p:txBody>
      </p:sp>
      <p:sp>
        <p:nvSpPr>
          <p:cNvPr id="12" name="Text Placeholder 22">
            <a:extLst>
              <a:ext uri="{FF2B5EF4-FFF2-40B4-BE49-F238E27FC236}">
                <a16:creationId xmlns:a16="http://schemas.microsoft.com/office/drawing/2014/main" id="{52076CED-DAC7-75F3-9767-C0121DDD90E5}"/>
              </a:ext>
            </a:extLst>
          </p:cNvPr>
          <p:cNvSpPr>
            <a:spLocks noGrp="1"/>
          </p:cNvSpPr>
          <p:nvPr>
            <p:ph type="body" sz="quarter" idx="13"/>
          </p:nvPr>
        </p:nvSpPr>
        <p:spPr>
          <a:xfrm>
            <a:off x="452628" y="1173361"/>
            <a:ext cx="6214872" cy="712500"/>
          </a:xfrm>
          <a:prstGeom prst="rect">
            <a:avLst/>
          </a:prstGeom>
        </p:spPr>
        <p:txBody>
          <a:bodyPr wrap="none">
            <a:noAutofit/>
          </a:bodyPr>
          <a:lstStyle>
            <a:lvl1pPr marL="0" indent="0" algn="r">
              <a:lnSpc>
                <a:spcPct val="85000"/>
              </a:lnSpc>
              <a:spcBef>
                <a:spcPts val="500"/>
              </a:spcBef>
              <a:buNone/>
              <a:defRPr sz="4800" b="1" i="0" baseline="0">
                <a:solidFill>
                  <a:schemeClr val="bg1"/>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a:t>Click to edit Master text styles</a:t>
            </a:r>
          </a:p>
        </p:txBody>
      </p:sp>
      <p:sp>
        <p:nvSpPr>
          <p:cNvPr id="13" name="Text Placeholder 22">
            <a:extLst>
              <a:ext uri="{FF2B5EF4-FFF2-40B4-BE49-F238E27FC236}">
                <a16:creationId xmlns:a16="http://schemas.microsoft.com/office/drawing/2014/main" id="{4CD82782-8ED1-5423-647F-47830FFF8BE4}"/>
              </a:ext>
            </a:extLst>
          </p:cNvPr>
          <p:cNvSpPr>
            <a:spLocks noGrp="1"/>
          </p:cNvSpPr>
          <p:nvPr>
            <p:ph type="body" sz="quarter" idx="14"/>
          </p:nvPr>
        </p:nvSpPr>
        <p:spPr>
          <a:xfrm>
            <a:off x="452628" y="1864122"/>
            <a:ext cx="5986272" cy="712500"/>
          </a:xfrm>
          <a:prstGeom prst="rect">
            <a:avLst/>
          </a:prstGeom>
        </p:spPr>
        <p:txBody>
          <a:bodyPr wrap="none">
            <a:noAutofit/>
          </a:bodyPr>
          <a:lstStyle>
            <a:lvl1pPr marL="0" indent="0" algn="r">
              <a:lnSpc>
                <a:spcPct val="85000"/>
              </a:lnSpc>
              <a:spcBef>
                <a:spcPts val="500"/>
              </a:spcBef>
              <a:buNone/>
              <a:defRPr sz="4800" b="1" i="0" baseline="0">
                <a:solidFill>
                  <a:schemeClr val="bg1"/>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a:t>Click to edit Master text styles</a:t>
            </a:r>
          </a:p>
        </p:txBody>
      </p:sp>
      <p:sp>
        <p:nvSpPr>
          <p:cNvPr id="14" name="Text Placeholder 22">
            <a:extLst>
              <a:ext uri="{FF2B5EF4-FFF2-40B4-BE49-F238E27FC236}">
                <a16:creationId xmlns:a16="http://schemas.microsoft.com/office/drawing/2014/main" id="{E187193A-70C6-A42B-D333-65D2DEDE5CB7}"/>
              </a:ext>
            </a:extLst>
          </p:cNvPr>
          <p:cNvSpPr>
            <a:spLocks noGrp="1"/>
          </p:cNvSpPr>
          <p:nvPr>
            <p:ph type="body" sz="quarter" idx="15"/>
          </p:nvPr>
        </p:nvSpPr>
        <p:spPr>
          <a:xfrm>
            <a:off x="452628" y="2554883"/>
            <a:ext cx="5762244" cy="712500"/>
          </a:xfrm>
          <a:prstGeom prst="rect">
            <a:avLst/>
          </a:prstGeom>
        </p:spPr>
        <p:txBody>
          <a:bodyPr wrap="none">
            <a:noAutofit/>
          </a:bodyPr>
          <a:lstStyle>
            <a:lvl1pPr marL="0" indent="0" algn="r">
              <a:lnSpc>
                <a:spcPct val="85000"/>
              </a:lnSpc>
              <a:spcBef>
                <a:spcPts val="500"/>
              </a:spcBef>
              <a:buNone/>
              <a:defRPr sz="4800" b="1" i="0" baseline="0">
                <a:solidFill>
                  <a:schemeClr val="bg1"/>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a:t>Click to edit Master text styles</a:t>
            </a:r>
          </a:p>
        </p:txBody>
      </p:sp>
      <p:sp>
        <p:nvSpPr>
          <p:cNvPr id="17" name="Text Placeholder 22">
            <a:extLst>
              <a:ext uri="{FF2B5EF4-FFF2-40B4-BE49-F238E27FC236}">
                <a16:creationId xmlns:a16="http://schemas.microsoft.com/office/drawing/2014/main" id="{47C1C2C8-906D-553C-B103-D3F8E53EDE63}"/>
              </a:ext>
            </a:extLst>
          </p:cNvPr>
          <p:cNvSpPr>
            <a:spLocks noGrp="1"/>
          </p:cNvSpPr>
          <p:nvPr>
            <p:ph type="body" sz="quarter" idx="18"/>
          </p:nvPr>
        </p:nvSpPr>
        <p:spPr>
          <a:xfrm>
            <a:off x="6592824" y="3364111"/>
            <a:ext cx="5605272" cy="712500"/>
          </a:xfrm>
          <a:prstGeom prst="rect">
            <a:avLst/>
          </a:prstGeom>
        </p:spPr>
        <p:txBody>
          <a:bodyPr wrap="none">
            <a:noAutofit/>
          </a:bodyPr>
          <a:lstStyle>
            <a:lvl1pPr marL="0" indent="0" algn="l">
              <a:lnSpc>
                <a:spcPct val="85000"/>
              </a:lnSpc>
              <a:spcBef>
                <a:spcPts val="500"/>
              </a:spcBef>
              <a:buNone/>
              <a:defRPr sz="4800" b="1" i="0" baseline="0">
                <a:solidFill>
                  <a:schemeClr val="accent2"/>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a:t>Click to edit Master text styles</a:t>
            </a:r>
          </a:p>
        </p:txBody>
      </p:sp>
      <p:sp>
        <p:nvSpPr>
          <p:cNvPr id="18" name="Text Placeholder 22">
            <a:extLst>
              <a:ext uri="{FF2B5EF4-FFF2-40B4-BE49-F238E27FC236}">
                <a16:creationId xmlns:a16="http://schemas.microsoft.com/office/drawing/2014/main" id="{EAAEB449-CC67-B6FC-0F06-8C9F1740D214}"/>
              </a:ext>
            </a:extLst>
          </p:cNvPr>
          <p:cNvSpPr>
            <a:spLocks noGrp="1"/>
          </p:cNvSpPr>
          <p:nvPr>
            <p:ph type="body" sz="quarter" idx="19"/>
          </p:nvPr>
        </p:nvSpPr>
        <p:spPr>
          <a:xfrm>
            <a:off x="6364224" y="4054872"/>
            <a:ext cx="5833872" cy="712500"/>
          </a:xfrm>
          <a:prstGeom prst="rect">
            <a:avLst/>
          </a:prstGeom>
        </p:spPr>
        <p:txBody>
          <a:bodyPr wrap="none">
            <a:noAutofit/>
          </a:bodyPr>
          <a:lstStyle>
            <a:lvl1pPr marL="0" indent="0" algn="l">
              <a:lnSpc>
                <a:spcPct val="85000"/>
              </a:lnSpc>
              <a:spcBef>
                <a:spcPts val="500"/>
              </a:spcBef>
              <a:buNone/>
              <a:defRPr sz="4800" b="1" i="0" baseline="0">
                <a:solidFill>
                  <a:schemeClr val="accent2"/>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a:t>Click to edit Master text styles</a:t>
            </a:r>
          </a:p>
        </p:txBody>
      </p:sp>
      <p:sp>
        <p:nvSpPr>
          <p:cNvPr id="19" name="Text Placeholder 22">
            <a:extLst>
              <a:ext uri="{FF2B5EF4-FFF2-40B4-BE49-F238E27FC236}">
                <a16:creationId xmlns:a16="http://schemas.microsoft.com/office/drawing/2014/main" id="{34EA8353-097E-F34B-2E8D-3F79B7EA1BFE}"/>
              </a:ext>
            </a:extLst>
          </p:cNvPr>
          <p:cNvSpPr>
            <a:spLocks noGrp="1"/>
          </p:cNvSpPr>
          <p:nvPr>
            <p:ph type="body" sz="quarter" idx="20"/>
          </p:nvPr>
        </p:nvSpPr>
        <p:spPr>
          <a:xfrm>
            <a:off x="6135624" y="4745633"/>
            <a:ext cx="6062472" cy="712500"/>
          </a:xfrm>
          <a:prstGeom prst="rect">
            <a:avLst/>
          </a:prstGeom>
        </p:spPr>
        <p:txBody>
          <a:bodyPr wrap="none">
            <a:noAutofit/>
          </a:bodyPr>
          <a:lstStyle>
            <a:lvl1pPr marL="0" indent="0" algn="l">
              <a:lnSpc>
                <a:spcPct val="85000"/>
              </a:lnSpc>
              <a:spcBef>
                <a:spcPts val="500"/>
              </a:spcBef>
              <a:buNone/>
              <a:defRPr sz="4800" b="1" i="0" baseline="0">
                <a:solidFill>
                  <a:schemeClr val="accent2"/>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a:t>Click to edit Master text styles</a:t>
            </a:r>
          </a:p>
        </p:txBody>
      </p:sp>
      <p:sp>
        <p:nvSpPr>
          <p:cNvPr id="20" name="Text Placeholder 22">
            <a:extLst>
              <a:ext uri="{FF2B5EF4-FFF2-40B4-BE49-F238E27FC236}">
                <a16:creationId xmlns:a16="http://schemas.microsoft.com/office/drawing/2014/main" id="{318F1F52-9D02-26B4-3120-B9C733194680}"/>
              </a:ext>
            </a:extLst>
          </p:cNvPr>
          <p:cNvSpPr>
            <a:spLocks noGrp="1"/>
          </p:cNvSpPr>
          <p:nvPr>
            <p:ph type="body" sz="quarter" idx="21"/>
          </p:nvPr>
        </p:nvSpPr>
        <p:spPr>
          <a:xfrm>
            <a:off x="5905500" y="5436393"/>
            <a:ext cx="6291072" cy="712500"/>
          </a:xfrm>
          <a:prstGeom prst="rect">
            <a:avLst/>
          </a:prstGeom>
        </p:spPr>
        <p:txBody>
          <a:bodyPr wrap="none">
            <a:noAutofit/>
          </a:bodyPr>
          <a:lstStyle>
            <a:lvl1pPr marL="0" indent="0" algn="l">
              <a:lnSpc>
                <a:spcPct val="85000"/>
              </a:lnSpc>
              <a:spcBef>
                <a:spcPts val="500"/>
              </a:spcBef>
              <a:buNone/>
              <a:defRPr sz="4800" b="1" i="0" baseline="0">
                <a:solidFill>
                  <a:schemeClr val="accent2"/>
                </a:solidFill>
                <a:latin typeface="Times New Roman" panose="02020603050405020304" pitchFamily="18" charset="0"/>
              </a:defRPr>
            </a:lvl1pPr>
            <a:lvl2pPr marL="0" indent="0" algn="r">
              <a:lnSpc>
                <a:spcPct val="85000"/>
              </a:lnSpc>
              <a:spcBef>
                <a:spcPts val="500"/>
              </a:spcBef>
              <a:buNone/>
              <a:tabLst/>
              <a:defRPr sz="5000" b="1" i="0">
                <a:solidFill>
                  <a:schemeClr val="bg1"/>
                </a:solidFill>
                <a:latin typeface="Times New Roman" panose="02020603050405020304" pitchFamily="18" charset="0"/>
              </a:defRPr>
            </a:lvl2pPr>
            <a:lvl3pPr marL="0" indent="0" algn="r">
              <a:lnSpc>
                <a:spcPct val="85000"/>
              </a:lnSpc>
              <a:spcBef>
                <a:spcPts val="500"/>
              </a:spcBef>
              <a:buNone/>
              <a:defRPr sz="5000" b="1" i="0">
                <a:solidFill>
                  <a:schemeClr val="bg1"/>
                </a:solidFill>
                <a:latin typeface="Times New Roman" panose="02020603050405020304" pitchFamily="18" charset="0"/>
              </a:defRPr>
            </a:lvl3pPr>
            <a:lvl4pPr marL="0" indent="0" algn="r">
              <a:lnSpc>
                <a:spcPct val="85000"/>
              </a:lnSpc>
              <a:spcBef>
                <a:spcPts val="500"/>
              </a:spcBef>
              <a:buNone/>
              <a:defRPr sz="5000" b="1" i="0">
                <a:solidFill>
                  <a:schemeClr val="bg1"/>
                </a:solidFill>
                <a:latin typeface="Times New Roman" panose="02020603050405020304" pitchFamily="18" charset="0"/>
              </a:defRPr>
            </a:lvl4pPr>
            <a:lvl5pPr marL="0" indent="0" algn="r">
              <a:lnSpc>
                <a:spcPct val="85000"/>
              </a:lnSpc>
              <a:spcBef>
                <a:spcPts val="500"/>
              </a:spcBef>
              <a:buNone/>
              <a:defRPr sz="5000" b="1" i="0">
                <a:solidFill>
                  <a:schemeClr val="bg1"/>
                </a:solidFill>
                <a:latin typeface="Times New Roman" panose="02020603050405020304" pitchFamily="18" charset="0"/>
              </a:defRPr>
            </a:lvl5pPr>
          </a:lstStyle>
          <a:p>
            <a:pPr lvl="0"/>
            <a:r>
              <a:rPr lang="en-US"/>
              <a:t>Click to edit Master text styles</a:t>
            </a:r>
          </a:p>
        </p:txBody>
      </p:sp>
      <p:pic>
        <p:nvPicPr>
          <p:cNvPr id="5" name="Graphic 4" descr="Lilly Logo">
            <a:extLst>
              <a:ext uri="{FF2B5EF4-FFF2-40B4-BE49-F238E27FC236}">
                <a16:creationId xmlns:a16="http://schemas.microsoft.com/office/drawing/2014/main" id="{3FCBE9D6-31FB-8DA2-27C4-7F031158F65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992683064"/>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Half Slide Photo 01">
    <p:bg>
      <p:bgPr>
        <a:solidFill>
          <a:schemeClr val="bg1"/>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7C7785D-DD37-5149-8AF8-C63F1A3220F0}"/>
              </a:ext>
            </a:extLst>
          </p:cNvPr>
          <p:cNvSpPr>
            <a:spLocks noGrp="1"/>
          </p:cNvSpPr>
          <p:nvPr>
            <p:ph type="pic" sz="quarter" idx="10"/>
          </p:nvPr>
        </p:nvSpPr>
        <p:spPr>
          <a:xfrm>
            <a:off x="6099048" y="0"/>
            <a:ext cx="6099600" cy="6858000"/>
          </a:xfrm>
          <a:prstGeom prst="rect">
            <a:avLst/>
          </a:prstGeom>
          <a:solidFill>
            <a:schemeClr val="bg1"/>
          </a:solidFill>
        </p:spPr>
        <p:txBody>
          <a:bodyPr anchor="ctr" anchorCtr="0"/>
          <a:lstStyle>
            <a:lvl1pPr algn="ctr">
              <a:defRPr b="0" i="0">
                <a:solidFill>
                  <a:schemeClr val="bg1"/>
                </a:solidFill>
              </a:defRPr>
            </a:lvl1pPr>
          </a:lstStyle>
          <a:p>
            <a:endParaRPr lang="en-US"/>
          </a:p>
        </p:txBody>
      </p:sp>
      <p:sp>
        <p:nvSpPr>
          <p:cNvPr id="2" name="Footer Placeholder 1">
            <a:extLst>
              <a:ext uri="{FF2B5EF4-FFF2-40B4-BE49-F238E27FC236}">
                <a16:creationId xmlns:a16="http://schemas.microsoft.com/office/drawing/2014/main" id="{D5EA55FB-A053-9AE1-786B-6911034B4EA1}"/>
              </a:ext>
            </a:extLst>
          </p:cNvPr>
          <p:cNvSpPr>
            <a:spLocks noGrp="1"/>
          </p:cNvSpPr>
          <p:nvPr>
            <p:ph type="ftr" sz="quarter" idx="11"/>
          </p:nvPr>
        </p:nvSpPr>
        <p:spPr/>
        <p:txBody>
          <a:bodyPr/>
          <a:lstStyle>
            <a:lvl1pPr>
              <a:defRPr>
                <a:solidFill>
                  <a:schemeClr val="tx1"/>
                </a:solidFill>
              </a:defRPr>
            </a:lvl1pPr>
          </a:lstStyle>
          <a:p>
            <a:r>
              <a:rPr lang="en-US"/>
              <a:t>Company Confidential  © 2024 Eli Lilly and Company</a:t>
            </a:r>
          </a:p>
        </p:txBody>
      </p:sp>
      <p:sp>
        <p:nvSpPr>
          <p:cNvPr id="8" name="Slide Number Placeholder 7">
            <a:extLst>
              <a:ext uri="{FF2B5EF4-FFF2-40B4-BE49-F238E27FC236}">
                <a16:creationId xmlns:a16="http://schemas.microsoft.com/office/drawing/2014/main" id="{0700D13F-2583-D26F-C976-6DE2726760A7}"/>
              </a:ext>
            </a:extLst>
          </p:cNvPr>
          <p:cNvSpPr>
            <a:spLocks noGrp="1"/>
          </p:cNvSpPr>
          <p:nvPr>
            <p:ph type="sldNum" idx="12"/>
          </p:nvPr>
        </p:nvSpPr>
        <p:spPr/>
        <p:txBody>
          <a:bodyPr/>
          <a:lstStyle>
            <a:lvl1pPr>
              <a:defRPr>
                <a:solidFill>
                  <a:schemeClr val="tx1"/>
                </a:solidFill>
              </a:defRPr>
            </a:lvl1pPr>
          </a:lstStyle>
          <a:p>
            <a:fld id="{00000000-1234-1234-1234-123412341234}" type="slidenum">
              <a:rPr lang="en" smtClean="0"/>
              <a:pPr/>
              <a:t>‹#›</a:t>
            </a:fld>
            <a:endParaRPr lang="en"/>
          </a:p>
        </p:txBody>
      </p:sp>
      <p:sp>
        <p:nvSpPr>
          <p:cNvPr id="18" name="Title 17">
            <a:extLst>
              <a:ext uri="{FF2B5EF4-FFF2-40B4-BE49-F238E27FC236}">
                <a16:creationId xmlns:a16="http://schemas.microsoft.com/office/drawing/2014/main" id="{13A506A2-D092-0C43-6169-E18697791509}"/>
              </a:ext>
            </a:extLst>
          </p:cNvPr>
          <p:cNvSpPr>
            <a:spLocks noGrp="1"/>
          </p:cNvSpPr>
          <p:nvPr>
            <p:ph type="title"/>
          </p:nvPr>
        </p:nvSpPr>
        <p:spPr>
          <a:xfrm>
            <a:off x="609600" y="509954"/>
            <a:ext cx="4425387" cy="4999595"/>
          </a:xfrm>
        </p:spPr>
        <p:txBody>
          <a:bodyPr/>
          <a:lstStyle>
            <a:lvl1pPr>
              <a:lnSpc>
                <a:spcPts val="4000"/>
              </a:lnSpc>
              <a:defRPr b="0" i="0">
                <a:solidFill>
                  <a:schemeClr val="tx2"/>
                </a:solidFill>
                <a:latin typeface="Times New Roman" panose="02020603050405020304" pitchFamily="18" charset="0"/>
              </a:defRPr>
            </a:lvl1pPr>
          </a:lstStyle>
          <a:p>
            <a:r>
              <a:rPr lang="en-US"/>
              <a:t>Click to edit Master title style</a:t>
            </a:r>
          </a:p>
        </p:txBody>
      </p:sp>
      <p:sp>
        <p:nvSpPr>
          <p:cNvPr id="20" name="TextBox 19">
            <a:extLst>
              <a:ext uri="{FF2B5EF4-FFF2-40B4-BE49-F238E27FC236}">
                <a16:creationId xmlns:a16="http://schemas.microsoft.com/office/drawing/2014/main" id="{8FE45087-F0F7-4416-74FE-2A20319B291C}"/>
              </a:ext>
            </a:extLst>
          </p:cNvPr>
          <p:cNvSpPr txBox="1"/>
          <p:nvPr userDrawn="1"/>
        </p:nvSpPr>
        <p:spPr>
          <a:xfrm>
            <a:off x="12593256" y="5046562"/>
            <a:ext cx="0" cy="0"/>
          </a:xfrm>
          <a:prstGeom prst="rect">
            <a:avLst/>
          </a:prstGeom>
          <a:noFill/>
        </p:spPr>
        <p:txBody>
          <a:bodyPr wrap="none" lIns="0" tIns="0" rIns="0" bIns="0" rtlCol="0">
            <a:noAutofit/>
          </a:bodyPr>
          <a:lstStyle/>
          <a:p>
            <a:pPr algn="l">
              <a:lnSpc>
                <a:spcPct val="90000"/>
              </a:lnSpc>
            </a:pPr>
            <a:endParaRPr lang="en-US" sz="1800">
              <a:latin typeface="+mn-lt"/>
            </a:endParaRPr>
          </a:p>
        </p:txBody>
      </p:sp>
      <p:pic>
        <p:nvPicPr>
          <p:cNvPr id="5" name="Graphic 4" descr="Lilly Logo">
            <a:extLst>
              <a:ext uri="{FF2B5EF4-FFF2-40B4-BE49-F238E27FC236}">
                <a16:creationId xmlns:a16="http://schemas.microsoft.com/office/drawing/2014/main" id="{B66CCE80-2B87-1813-41B4-9F50D164C7C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73929426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ig Statement with Half Slide Photo 02">
    <p:bg>
      <p:bgRef idx="1001">
        <a:schemeClr val="bg1"/>
      </p:bgRef>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7C7785D-DD37-5149-8AF8-C63F1A3220F0}"/>
              </a:ext>
            </a:extLst>
          </p:cNvPr>
          <p:cNvSpPr>
            <a:spLocks noGrp="1"/>
          </p:cNvSpPr>
          <p:nvPr>
            <p:ph type="pic" sz="quarter" idx="10"/>
          </p:nvPr>
        </p:nvSpPr>
        <p:spPr>
          <a:xfrm>
            <a:off x="6099048" y="0"/>
            <a:ext cx="6099600" cy="6858000"/>
          </a:xfrm>
          <a:prstGeom prst="rect">
            <a:avLst/>
          </a:prstGeom>
          <a:solidFill>
            <a:schemeClr val="tx1"/>
          </a:solidFill>
        </p:spPr>
        <p:txBody>
          <a:bodyPr/>
          <a:lstStyle>
            <a:lvl1pPr>
              <a:defRPr b="0" i="0"/>
            </a:lvl1pPr>
          </a:lstStyle>
          <a:p>
            <a:endParaRPr lang="en-US"/>
          </a:p>
        </p:txBody>
      </p:sp>
      <p:sp>
        <p:nvSpPr>
          <p:cNvPr id="6" name="Footer Placeholder 5">
            <a:extLst>
              <a:ext uri="{FF2B5EF4-FFF2-40B4-BE49-F238E27FC236}">
                <a16:creationId xmlns:a16="http://schemas.microsoft.com/office/drawing/2014/main" id="{CC6AB730-31E8-844C-53BD-682FF39E5CF9}"/>
              </a:ext>
            </a:extLst>
          </p:cNvPr>
          <p:cNvSpPr>
            <a:spLocks noGrp="1"/>
          </p:cNvSpPr>
          <p:nvPr>
            <p:ph type="ftr" sz="quarter" idx="11"/>
          </p:nvPr>
        </p:nvSpPr>
        <p:spPr/>
        <p:txBody>
          <a:bodyPr/>
          <a:lstStyle>
            <a:lvl1pPr>
              <a:defRPr>
                <a:solidFill>
                  <a:schemeClr val="bg1"/>
                </a:solidFill>
              </a:defRPr>
            </a:lvl1pPr>
          </a:lstStyle>
          <a:p>
            <a:r>
              <a:rPr lang="en-US"/>
              <a:t>Company Confidential  © 2024 Eli Lilly and Company</a:t>
            </a:r>
          </a:p>
        </p:txBody>
      </p:sp>
      <p:sp>
        <p:nvSpPr>
          <p:cNvPr id="8" name="Slide Number Placeholder 7">
            <a:extLst>
              <a:ext uri="{FF2B5EF4-FFF2-40B4-BE49-F238E27FC236}">
                <a16:creationId xmlns:a16="http://schemas.microsoft.com/office/drawing/2014/main" id="{CFA6CFA4-AA80-0D39-57A4-C0EFF3646CE8}"/>
              </a:ext>
            </a:extLst>
          </p:cNvPr>
          <p:cNvSpPr>
            <a:spLocks noGrp="1"/>
          </p:cNvSpPr>
          <p:nvPr>
            <p:ph type="sldNum" idx="12"/>
          </p:nvPr>
        </p:nvSpPr>
        <p:spPr/>
        <p:txBody>
          <a:bodyPr/>
          <a:lstStyle>
            <a:lvl1pPr>
              <a:defRPr>
                <a:solidFill>
                  <a:schemeClr val="bg1"/>
                </a:solidFill>
              </a:defRPr>
            </a:lvl1pPr>
          </a:lstStyle>
          <a:p>
            <a:fld id="{00000000-1234-1234-1234-123412341234}" type="slidenum">
              <a:rPr lang="en" smtClean="0"/>
              <a:pPr/>
              <a:t>‹#›</a:t>
            </a:fld>
            <a:endParaRPr lang="en"/>
          </a:p>
        </p:txBody>
      </p:sp>
      <p:sp>
        <p:nvSpPr>
          <p:cNvPr id="9" name="Title 17">
            <a:extLst>
              <a:ext uri="{FF2B5EF4-FFF2-40B4-BE49-F238E27FC236}">
                <a16:creationId xmlns:a16="http://schemas.microsoft.com/office/drawing/2014/main" id="{E068BB9F-0200-00AA-D6D2-ADF6645AD931}"/>
              </a:ext>
            </a:extLst>
          </p:cNvPr>
          <p:cNvSpPr>
            <a:spLocks noGrp="1"/>
          </p:cNvSpPr>
          <p:nvPr>
            <p:ph type="title"/>
          </p:nvPr>
        </p:nvSpPr>
        <p:spPr>
          <a:xfrm>
            <a:off x="682366" y="603504"/>
            <a:ext cx="4688288" cy="5566755"/>
          </a:xfrm>
        </p:spPr>
        <p:txBody>
          <a:bodyPr lIns="182880" rIns="182880" anchor="ctr" anchorCtr="0">
            <a:normAutofit/>
          </a:bodyPr>
          <a:lstStyle>
            <a:lvl1pPr algn="ctr">
              <a:lnSpc>
                <a:spcPct val="200000"/>
              </a:lnSpc>
              <a:spcAft>
                <a:spcPts val="1600"/>
              </a:spcAft>
              <a:defRPr sz="2400" b="0" i="0" spc="0" baseline="0">
                <a:solidFill>
                  <a:schemeClr val="accent1"/>
                </a:solidFill>
                <a:latin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8539306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ig Statement with Half &amp; Half Text Layout 01">
    <p:bg>
      <p:bgRef idx="1001">
        <a:schemeClr val="bg1"/>
      </p:bgRef>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4DA6D613-1AF0-AACB-73FA-C01BE77D0D3E}"/>
              </a:ext>
            </a:extLst>
          </p:cNvPr>
          <p:cNvSpPr>
            <a:spLocks noGrp="1"/>
          </p:cNvSpPr>
          <p:nvPr>
            <p:ph type="body" sz="quarter" idx="14"/>
          </p:nvPr>
        </p:nvSpPr>
        <p:spPr>
          <a:xfrm>
            <a:off x="6099048" y="0"/>
            <a:ext cx="6099048" cy="6858000"/>
          </a:xfrm>
          <a:solidFill>
            <a:schemeClr val="accent1"/>
          </a:solidFill>
        </p:spPr>
        <p:txBody>
          <a:bodyPr lIns="914400" rIns="914400" bIns="228600" anchor="ctr"/>
          <a:lstStyle>
            <a:lvl1pPr algn="ctr">
              <a:lnSpc>
                <a:spcPct val="100000"/>
              </a:lnSpc>
              <a:defRPr sz="1500" b="0" i="0">
                <a:solidFill>
                  <a:schemeClr val="bg1"/>
                </a:solidFill>
                <a:latin typeface="Arial" panose="020B0604020202020204" pitchFamily="34" charset="0"/>
              </a:defRPr>
            </a:lvl1pPr>
            <a:lvl2pPr algn="ctr">
              <a:defRPr sz="1400">
                <a:solidFill>
                  <a:schemeClr val="bg1"/>
                </a:solidFill>
              </a:defRPr>
            </a:lvl2pPr>
            <a:lvl3pPr algn="ctr">
              <a:defRPr sz="1200">
                <a:solidFill>
                  <a:schemeClr val="bg1"/>
                </a:solidFill>
              </a:defRPr>
            </a:lvl3pPr>
            <a:lvl4pPr algn="ctr">
              <a:defRPr sz="1000">
                <a:solidFill>
                  <a:schemeClr val="bg1"/>
                </a:solidFill>
              </a:defRPr>
            </a:lvl4pPr>
            <a:lvl5pPr algn="ct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6AB730-31E8-844C-53BD-682FF39E5CF9}"/>
              </a:ext>
            </a:extLst>
          </p:cNvPr>
          <p:cNvSpPr>
            <a:spLocks noGrp="1"/>
          </p:cNvSpPr>
          <p:nvPr>
            <p:ph type="ftr" sz="quarter" idx="11"/>
          </p:nvPr>
        </p:nvSpPr>
        <p:spPr/>
        <p:txBody>
          <a:bodyPr/>
          <a:lstStyle>
            <a:lvl1pPr>
              <a:defRPr>
                <a:solidFill>
                  <a:schemeClr val="bg1"/>
                </a:solidFill>
              </a:defRPr>
            </a:lvl1pPr>
          </a:lstStyle>
          <a:p>
            <a:r>
              <a:rPr lang="en-US"/>
              <a:t>Company Confidential  © 2024 Eli Lilly and Company</a:t>
            </a:r>
          </a:p>
        </p:txBody>
      </p:sp>
      <p:sp>
        <p:nvSpPr>
          <p:cNvPr id="8" name="Slide Number Placeholder 7">
            <a:extLst>
              <a:ext uri="{FF2B5EF4-FFF2-40B4-BE49-F238E27FC236}">
                <a16:creationId xmlns:a16="http://schemas.microsoft.com/office/drawing/2014/main" id="{CFA6CFA4-AA80-0D39-57A4-C0EFF3646CE8}"/>
              </a:ext>
            </a:extLst>
          </p:cNvPr>
          <p:cNvSpPr>
            <a:spLocks noGrp="1"/>
          </p:cNvSpPr>
          <p:nvPr>
            <p:ph type="sldNum" idx="12"/>
          </p:nvPr>
        </p:nvSpPr>
        <p:spPr/>
        <p:txBody>
          <a:bodyPr/>
          <a:lstStyle>
            <a:lvl1pPr>
              <a:defRPr>
                <a:solidFill>
                  <a:schemeClr val="bg1"/>
                </a:solidFill>
              </a:defRPr>
            </a:lvl1pPr>
          </a:lstStyle>
          <a:p>
            <a:fld id="{00000000-1234-1234-1234-123412341234}" type="slidenum">
              <a:rPr lang="en" smtClean="0"/>
              <a:pPr/>
              <a:t>‹#›</a:t>
            </a:fld>
            <a:endParaRPr lang="en"/>
          </a:p>
        </p:txBody>
      </p:sp>
      <p:sp>
        <p:nvSpPr>
          <p:cNvPr id="2" name="Text Placeholder 6">
            <a:extLst>
              <a:ext uri="{FF2B5EF4-FFF2-40B4-BE49-F238E27FC236}">
                <a16:creationId xmlns:a16="http://schemas.microsoft.com/office/drawing/2014/main" id="{64FCC3A6-560D-4CA5-2D09-2450AFC5938E}"/>
              </a:ext>
            </a:extLst>
          </p:cNvPr>
          <p:cNvSpPr>
            <a:spLocks noGrp="1"/>
          </p:cNvSpPr>
          <p:nvPr>
            <p:ph type="body" sz="quarter" idx="13"/>
          </p:nvPr>
        </p:nvSpPr>
        <p:spPr>
          <a:xfrm>
            <a:off x="760536" y="969264"/>
            <a:ext cx="4572000" cy="4735381"/>
          </a:xfrm>
        </p:spPr>
        <p:txBody>
          <a:bodyPr anchor="ctr" anchorCtr="0">
            <a:noAutofit/>
          </a:bodyPr>
          <a:lstStyle>
            <a:lvl1pPr algn="ctr">
              <a:lnSpc>
                <a:spcPts val="2400"/>
              </a:lnSpc>
              <a:defRPr sz="2400"/>
            </a:lvl1pPr>
            <a:lvl2pPr algn="ctr">
              <a:lnSpc>
                <a:spcPct val="100000"/>
              </a:lnSpc>
              <a:defRPr sz="2000"/>
            </a:lvl2pPr>
            <a:lvl3pPr algn="ctr">
              <a:lnSpc>
                <a:spcPct val="100000"/>
              </a:lnSpc>
              <a:defRPr sz="1800"/>
            </a:lvl3pPr>
            <a:lvl4pPr algn="ctr">
              <a:lnSpc>
                <a:spcPct val="100000"/>
              </a:lnSpc>
              <a:defRPr sz="1500"/>
            </a:lvl4pPr>
            <a:lvl5pPr algn="ct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7209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Half &amp; Half Text Layout 02">
    <p:bg>
      <p:bgPr>
        <a:solidFill>
          <a:schemeClr val="accent3"/>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4DA6D613-1AF0-AACB-73FA-C01BE77D0D3E}"/>
              </a:ext>
            </a:extLst>
          </p:cNvPr>
          <p:cNvSpPr>
            <a:spLocks noGrp="1"/>
          </p:cNvSpPr>
          <p:nvPr>
            <p:ph type="body" sz="quarter" idx="14"/>
          </p:nvPr>
        </p:nvSpPr>
        <p:spPr>
          <a:xfrm>
            <a:off x="6096000" y="0"/>
            <a:ext cx="6099048" cy="6858000"/>
          </a:xfrm>
          <a:solidFill>
            <a:srgbClr val="E4EBF1"/>
          </a:solidFill>
        </p:spPr>
        <p:txBody>
          <a:bodyPr lIns="594360" rIns="594360" bIns="228600" anchor="ctr"/>
          <a:lstStyle>
            <a:lvl1pPr algn="ctr">
              <a:lnSpc>
                <a:spcPct val="100000"/>
              </a:lnSpc>
              <a:spcBef>
                <a:spcPts val="3600"/>
              </a:spcBef>
              <a:defRPr sz="2400" b="0" i="0">
                <a:solidFill>
                  <a:schemeClr val="accent1"/>
                </a:solidFill>
                <a:latin typeface="+mj-lt"/>
              </a:defRPr>
            </a:lvl1pPr>
            <a:lvl2pPr marL="0" indent="0" algn="ctr">
              <a:lnSpc>
                <a:spcPct val="100000"/>
              </a:lnSpc>
              <a:spcBef>
                <a:spcPts val="0"/>
              </a:spcBef>
              <a:spcAft>
                <a:spcPts val="600"/>
              </a:spcAft>
              <a:buNone/>
              <a:defRPr sz="1400" b="1" i="0">
                <a:solidFill>
                  <a:schemeClr val="tx1"/>
                </a:solidFill>
                <a:latin typeface="Arial Black" panose="020B0604020202020204" pitchFamily="34" charset="0"/>
              </a:defRPr>
            </a:lvl2pPr>
            <a:lvl3pPr marL="0" indent="-182880" algn="ctr">
              <a:lnSpc>
                <a:spcPct val="100000"/>
              </a:lnSpc>
              <a:spcBef>
                <a:spcPts val="0"/>
              </a:spcBef>
              <a:spcAft>
                <a:spcPts val="600"/>
              </a:spcAft>
              <a:buFont typeface="Arial" panose="020B0604020202020204" pitchFamily="34" charset="0"/>
              <a:buChar char="•"/>
              <a:defRPr sz="1400">
                <a:solidFill>
                  <a:schemeClr val="tx1"/>
                </a:solidFill>
              </a:defRPr>
            </a:lvl3pPr>
            <a:lvl4pPr marL="365760" algn="ctr">
              <a:lnSpc>
                <a:spcPct val="100000"/>
              </a:lnSpc>
              <a:spcBef>
                <a:spcPts val="0"/>
              </a:spcBef>
              <a:spcAft>
                <a:spcPts val="600"/>
              </a:spcAft>
              <a:defRPr sz="1200">
                <a:solidFill>
                  <a:schemeClr val="tx1"/>
                </a:solidFill>
              </a:defRPr>
            </a:lvl4pPr>
            <a:lvl5pPr marL="457200" algn="ctr">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6AB730-31E8-844C-53BD-682FF39E5CF9}"/>
              </a:ext>
            </a:extLst>
          </p:cNvPr>
          <p:cNvSpPr>
            <a:spLocks noGrp="1"/>
          </p:cNvSpPr>
          <p:nvPr>
            <p:ph type="ftr" sz="quarter" idx="11"/>
          </p:nvPr>
        </p:nvSpPr>
        <p:spPr/>
        <p:txBody>
          <a:bodyPr/>
          <a:lstStyle>
            <a:lvl1pPr>
              <a:defRPr>
                <a:solidFill>
                  <a:schemeClr val="tx1"/>
                </a:solidFill>
              </a:defRPr>
            </a:lvl1pPr>
          </a:lstStyle>
          <a:p>
            <a:r>
              <a:rPr lang="en-US"/>
              <a:t>Company Confidential  © 2024 Eli Lilly and Company</a:t>
            </a:r>
          </a:p>
        </p:txBody>
      </p:sp>
      <p:sp>
        <p:nvSpPr>
          <p:cNvPr id="8" name="Slide Number Placeholder 7">
            <a:extLst>
              <a:ext uri="{FF2B5EF4-FFF2-40B4-BE49-F238E27FC236}">
                <a16:creationId xmlns:a16="http://schemas.microsoft.com/office/drawing/2014/main" id="{CFA6CFA4-AA80-0D39-57A4-C0EFF3646CE8}"/>
              </a:ext>
            </a:extLst>
          </p:cNvPr>
          <p:cNvSpPr>
            <a:spLocks noGrp="1"/>
          </p:cNvSpPr>
          <p:nvPr>
            <p:ph type="sldNum" idx="12"/>
          </p:nvPr>
        </p:nvSpPr>
        <p:spPr/>
        <p:txBody>
          <a:bodyPr/>
          <a:lstStyle>
            <a:lvl1pPr>
              <a:defRPr>
                <a:solidFill>
                  <a:schemeClr val="tx1"/>
                </a:solidFill>
              </a:defRPr>
            </a:lvl1pPr>
          </a:lstStyle>
          <a:p>
            <a:fld id="{00000000-1234-1234-1234-123412341234}" type="slidenum">
              <a:rPr lang="en" smtClean="0"/>
              <a:pPr/>
              <a:t>‹#›</a:t>
            </a:fld>
            <a:endParaRPr lang="en"/>
          </a:p>
        </p:txBody>
      </p:sp>
      <p:sp>
        <p:nvSpPr>
          <p:cNvPr id="3" name="Title 2">
            <a:extLst>
              <a:ext uri="{FF2B5EF4-FFF2-40B4-BE49-F238E27FC236}">
                <a16:creationId xmlns:a16="http://schemas.microsoft.com/office/drawing/2014/main" id="{020D2651-CE6C-E483-7844-DD43FE373101}"/>
              </a:ext>
            </a:extLst>
          </p:cNvPr>
          <p:cNvSpPr>
            <a:spLocks noGrp="1"/>
          </p:cNvSpPr>
          <p:nvPr>
            <p:ph type="title"/>
          </p:nvPr>
        </p:nvSpPr>
        <p:spPr>
          <a:xfrm>
            <a:off x="582441" y="2806575"/>
            <a:ext cx="4559929" cy="3123444"/>
          </a:xfrm>
        </p:spPr>
        <p:txBody>
          <a:bodyPr>
            <a:normAutofit/>
          </a:bodyPr>
          <a:lstStyle>
            <a:lvl1pPr>
              <a:lnSpc>
                <a:spcPct val="85000"/>
              </a:lnSpc>
              <a:defRPr sz="4800" b="0" i="0">
                <a:solidFill>
                  <a:schemeClr val="accent2"/>
                </a:solidFill>
                <a:latin typeface="Times New Roman" panose="02020603050405020304" pitchFamily="18" charset="0"/>
              </a:defRPr>
            </a:lvl1pPr>
          </a:lstStyle>
          <a:p>
            <a:r>
              <a:rPr lang="en-US"/>
              <a:t>Click to edit Master title style</a:t>
            </a:r>
          </a:p>
        </p:txBody>
      </p:sp>
      <p:pic>
        <p:nvPicPr>
          <p:cNvPr id="9" name="Graphic 8" descr="Lilly Logo">
            <a:extLst>
              <a:ext uri="{FF2B5EF4-FFF2-40B4-BE49-F238E27FC236}">
                <a16:creationId xmlns:a16="http://schemas.microsoft.com/office/drawing/2014/main" id="{73C3EB7A-AC36-591A-C051-9E3D0760775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32089640"/>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Content, and Picture 01">
    <p:bg>
      <p:bgRef idx="1001">
        <a:schemeClr val="bg1"/>
      </p:bgRef>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7C7785D-DD37-5149-8AF8-C63F1A3220F0}"/>
              </a:ext>
            </a:extLst>
          </p:cNvPr>
          <p:cNvSpPr>
            <a:spLocks noGrp="1"/>
          </p:cNvSpPr>
          <p:nvPr>
            <p:ph type="pic" sz="quarter" idx="10"/>
          </p:nvPr>
        </p:nvSpPr>
        <p:spPr>
          <a:xfrm>
            <a:off x="6092400" y="0"/>
            <a:ext cx="6099600" cy="6858000"/>
          </a:xfrm>
          <a:prstGeom prst="rect">
            <a:avLst/>
          </a:prstGeom>
          <a:solidFill>
            <a:schemeClr val="tx1"/>
          </a:solidFill>
        </p:spPr>
        <p:txBody>
          <a:bodyPr/>
          <a:lstStyle>
            <a:lvl1pPr>
              <a:defRPr b="0" i="0"/>
            </a:lvl1pPr>
          </a:lstStyle>
          <a:p>
            <a:endParaRPr lang="en-US"/>
          </a:p>
        </p:txBody>
      </p:sp>
      <p:sp>
        <p:nvSpPr>
          <p:cNvPr id="6" name="Footer Placeholder 5">
            <a:extLst>
              <a:ext uri="{FF2B5EF4-FFF2-40B4-BE49-F238E27FC236}">
                <a16:creationId xmlns:a16="http://schemas.microsoft.com/office/drawing/2014/main" id="{CC6AB730-31E8-844C-53BD-682FF39E5CF9}"/>
              </a:ext>
            </a:extLst>
          </p:cNvPr>
          <p:cNvSpPr>
            <a:spLocks noGrp="1"/>
          </p:cNvSpPr>
          <p:nvPr>
            <p:ph type="ftr" sz="quarter" idx="11"/>
          </p:nvPr>
        </p:nvSpPr>
        <p:spPr/>
        <p:txBody>
          <a:bodyPr/>
          <a:lstStyle>
            <a:lvl1pPr>
              <a:defRPr>
                <a:solidFill>
                  <a:schemeClr val="bg1"/>
                </a:solidFill>
              </a:defRPr>
            </a:lvl1pPr>
          </a:lstStyle>
          <a:p>
            <a:r>
              <a:rPr lang="en-US"/>
              <a:t>Company Confidential  © 2024 Eli Lilly and Company</a:t>
            </a:r>
          </a:p>
        </p:txBody>
      </p:sp>
      <p:sp>
        <p:nvSpPr>
          <p:cNvPr id="8" name="Slide Number Placeholder 7">
            <a:extLst>
              <a:ext uri="{FF2B5EF4-FFF2-40B4-BE49-F238E27FC236}">
                <a16:creationId xmlns:a16="http://schemas.microsoft.com/office/drawing/2014/main" id="{CFA6CFA4-AA80-0D39-57A4-C0EFF3646CE8}"/>
              </a:ext>
            </a:extLst>
          </p:cNvPr>
          <p:cNvSpPr>
            <a:spLocks noGrp="1"/>
          </p:cNvSpPr>
          <p:nvPr>
            <p:ph type="sldNum" idx="12"/>
          </p:nvPr>
        </p:nvSpPr>
        <p:spPr/>
        <p:txBody>
          <a:bodyPr/>
          <a:lstStyle>
            <a:lvl1pPr>
              <a:defRPr>
                <a:solidFill>
                  <a:schemeClr val="bg1"/>
                </a:solidFill>
              </a:defRPr>
            </a:lvl1pPr>
          </a:lstStyle>
          <a:p>
            <a:fld id="{00000000-1234-1234-1234-123412341234}" type="slidenum">
              <a:rPr lang="en" smtClean="0"/>
              <a:pPr/>
              <a:t>‹#›</a:t>
            </a:fld>
            <a:endParaRPr lang="en"/>
          </a:p>
        </p:txBody>
      </p:sp>
      <p:sp>
        <p:nvSpPr>
          <p:cNvPr id="9" name="Title 17">
            <a:extLst>
              <a:ext uri="{FF2B5EF4-FFF2-40B4-BE49-F238E27FC236}">
                <a16:creationId xmlns:a16="http://schemas.microsoft.com/office/drawing/2014/main" id="{E068BB9F-0200-00AA-D6D2-ADF6645AD931}"/>
              </a:ext>
            </a:extLst>
          </p:cNvPr>
          <p:cNvSpPr>
            <a:spLocks noGrp="1"/>
          </p:cNvSpPr>
          <p:nvPr>
            <p:ph type="title"/>
          </p:nvPr>
        </p:nvSpPr>
        <p:spPr>
          <a:xfrm>
            <a:off x="612648" y="1813466"/>
            <a:ext cx="4688288" cy="1206823"/>
          </a:xfrm>
        </p:spPr>
        <p:txBody>
          <a:bodyPr lIns="0" rIns="0" anchor="b" anchorCtr="0">
            <a:normAutofit/>
          </a:bodyPr>
          <a:lstStyle>
            <a:lvl1pPr algn="l">
              <a:lnSpc>
                <a:spcPct val="85000"/>
              </a:lnSpc>
              <a:spcAft>
                <a:spcPts val="0"/>
              </a:spcAft>
              <a:defRPr sz="3600" b="1" i="0" spc="0" baseline="0">
                <a:solidFill>
                  <a:schemeClr val="accent1"/>
                </a:solidFill>
                <a:latin typeface="Arial Black" panose="020B0604020202020204"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46A68B9B-FDF7-CDEE-FF1E-62AAEFB5C600}"/>
              </a:ext>
            </a:extLst>
          </p:cNvPr>
          <p:cNvSpPr>
            <a:spLocks noGrp="1"/>
          </p:cNvSpPr>
          <p:nvPr>
            <p:ph type="body" sz="quarter" idx="13"/>
          </p:nvPr>
        </p:nvSpPr>
        <p:spPr>
          <a:xfrm>
            <a:off x="609311" y="3342986"/>
            <a:ext cx="4710113" cy="2614613"/>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0764542"/>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02">
    <p:bg>
      <p:bgRef idx="1001">
        <a:schemeClr val="bg1"/>
      </p:bgRef>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7C7785D-DD37-5149-8AF8-C63F1A3220F0}"/>
              </a:ext>
            </a:extLst>
          </p:cNvPr>
          <p:cNvSpPr>
            <a:spLocks noGrp="1"/>
          </p:cNvSpPr>
          <p:nvPr>
            <p:ph type="pic" sz="quarter" idx="10"/>
          </p:nvPr>
        </p:nvSpPr>
        <p:spPr>
          <a:xfrm>
            <a:off x="0" y="0"/>
            <a:ext cx="6099600" cy="6858000"/>
          </a:xfrm>
          <a:prstGeom prst="rect">
            <a:avLst/>
          </a:prstGeom>
          <a:solidFill>
            <a:schemeClr val="tx1"/>
          </a:solidFill>
        </p:spPr>
        <p:txBody>
          <a:bodyPr/>
          <a:lstStyle>
            <a:lvl1pPr>
              <a:defRPr b="0" i="0"/>
            </a:lvl1pPr>
          </a:lstStyle>
          <a:p>
            <a:endParaRPr lang="en-US"/>
          </a:p>
        </p:txBody>
      </p:sp>
      <p:sp>
        <p:nvSpPr>
          <p:cNvPr id="6" name="Footer Placeholder 5">
            <a:extLst>
              <a:ext uri="{FF2B5EF4-FFF2-40B4-BE49-F238E27FC236}">
                <a16:creationId xmlns:a16="http://schemas.microsoft.com/office/drawing/2014/main" id="{CC6AB730-31E8-844C-53BD-682FF39E5CF9}"/>
              </a:ext>
            </a:extLst>
          </p:cNvPr>
          <p:cNvSpPr>
            <a:spLocks noGrp="1"/>
          </p:cNvSpPr>
          <p:nvPr>
            <p:ph type="ftr" sz="quarter" idx="11"/>
          </p:nvPr>
        </p:nvSpPr>
        <p:spPr/>
        <p:txBody>
          <a:bodyPr/>
          <a:lstStyle>
            <a:lvl1pPr>
              <a:defRPr>
                <a:solidFill>
                  <a:schemeClr val="tx1"/>
                </a:solidFill>
              </a:defRPr>
            </a:lvl1pPr>
          </a:lstStyle>
          <a:p>
            <a:r>
              <a:rPr lang="en-US"/>
              <a:t>Company Confidential  © 2024 Eli Lilly and Company</a:t>
            </a:r>
          </a:p>
        </p:txBody>
      </p:sp>
      <p:sp>
        <p:nvSpPr>
          <p:cNvPr id="8" name="Slide Number Placeholder 7">
            <a:extLst>
              <a:ext uri="{FF2B5EF4-FFF2-40B4-BE49-F238E27FC236}">
                <a16:creationId xmlns:a16="http://schemas.microsoft.com/office/drawing/2014/main" id="{CFA6CFA4-AA80-0D39-57A4-C0EFF3646CE8}"/>
              </a:ext>
            </a:extLst>
          </p:cNvPr>
          <p:cNvSpPr>
            <a:spLocks noGrp="1"/>
          </p:cNvSpPr>
          <p:nvPr>
            <p:ph type="sldNum" idx="12"/>
          </p:nvPr>
        </p:nvSpPr>
        <p:spPr/>
        <p:txBody>
          <a:bodyPr/>
          <a:lstStyle>
            <a:lvl1pPr>
              <a:defRPr>
                <a:solidFill>
                  <a:schemeClr val="tx1"/>
                </a:solidFill>
              </a:defRPr>
            </a:lvl1pPr>
          </a:lstStyle>
          <a:p>
            <a:fld id="{00000000-1234-1234-1234-123412341234}" type="slidenum">
              <a:rPr lang="en" smtClean="0"/>
              <a:pPr/>
              <a:t>‹#›</a:t>
            </a:fld>
            <a:endParaRPr lang="en"/>
          </a:p>
        </p:txBody>
      </p:sp>
      <p:sp>
        <p:nvSpPr>
          <p:cNvPr id="9" name="Title 17">
            <a:extLst>
              <a:ext uri="{FF2B5EF4-FFF2-40B4-BE49-F238E27FC236}">
                <a16:creationId xmlns:a16="http://schemas.microsoft.com/office/drawing/2014/main" id="{E068BB9F-0200-00AA-D6D2-ADF6645AD931}"/>
              </a:ext>
            </a:extLst>
          </p:cNvPr>
          <p:cNvSpPr>
            <a:spLocks noGrp="1"/>
          </p:cNvSpPr>
          <p:nvPr>
            <p:ph type="title"/>
          </p:nvPr>
        </p:nvSpPr>
        <p:spPr>
          <a:xfrm>
            <a:off x="6719732" y="1813466"/>
            <a:ext cx="4688288" cy="1206823"/>
          </a:xfrm>
        </p:spPr>
        <p:txBody>
          <a:bodyPr lIns="0" rIns="0" anchor="b" anchorCtr="0">
            <a:normAutofit/>
          </a:bodyPr>
          <a:lstStyle>
            <a:lvl1pPr algn="l">
              <a:lnSpc>
                <a:spcPct val="85000"/>
              </a:lnSpc>
              <a:spcAft>
                <a:spcPts val="0"/>
              </a:spcAft>
              <a:defRPr sz="3600" b="1" i="0" spc="0" baseline="0">
                <a:solidFill>
                  <a:schemeClr val="accent1"/>
                </a:solidFill>
                <a:latin typeface="Arial Black" panose="020B0604020202020204"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46A68B9B-FDF7-CDEE-FF1E-62AAEFB5C600}"/>
              </a:ext>
            </a:extLst>
          </p:cNvPr>
          <p:cNvSpPr>
            <a:spLocks noGrp="1"/>
          </p:cNvSpPr>
          <p:nvPr>
            <p:ph type="body" sz="quarter" idx="13"/>
          </p:nvPr>
        </p:nvSpPr>
        <p:spPr>
          <a:xfrm>
            <a:off x="6716395" y="3342986"/>
            <a:ext cx="4710113" cy="2614613"/>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Graphic 4" descr="Lilly Logo">
            <a:extLst>
              <a:ext uri="{FF2B5EF4-FFF2-40B4-BE49-F238E27FC236}">
                <a16:creationId xmlns:a16="http://schemas.microsoft.com/office/drawing/2014/main" id="{BB93CDD0-8AE4-8543-74DC-53F575AFBE8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534073784"/>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Manifesto">
    <p:bg>
      <p:bgPr>
        <a:solidFill>
          <a:srgbClr val="FDE8E5"/>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11CCDBA-71E8-BC13-BB47-E5F60BE771F0}"/>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9B1E9773-4780-B8E4-BF69-07DBEDB6073B}"/>
              </a:ext>
            </a:extLst>
          </p:cNvPr>
          <p:cNvSpPr>
            <a:spLocks noGrp="1"/>
          </p:cNvSpPr>
          <p:nvPr>
            <p:ph type="sldNum" sz="quarter" idx="11"/>
          </p:nvPr>
        </p:nvSpPr>
        <p:spPr/>
        <p:txBody>
          <a:bodyPr/>
          <a:lstStyle/>
          <a:p>
            <a:fld id="{48135D20-C3A1-FF4C-B4DB-BE449A9B144D}" type="slidenum">
              <a:rPr lang="en-US"/>
              <a:t>‹#›</a:t>
            </a:fld>
            <a:endParaRPr lang="en-US"/>
          </a:p>
        </p:txBody>
      </p:sp>
      <p:sp>
        <p:nvSpPr>
          <p:cNvPr id="6" name="Text Placeholder 5">
            <a:extLst>
              <a:ext uri="{FF2B5EF4-FFF2-40B4-BE49-F238E27FC236}">
                <a16:creationId xmlns:a16="http://schemas.microsoft.com/office/drawing/2014/main" id="{E9E4F595-4E91-19AD-9AD8-E1D2E5ACC8ED}"/>
              </a:ext>
            </a:extLst>
          </p:cNvPr>
          <p:cNvSpPr>
            <a:spLocks noGrp="1"/>
          </p:cNvSpPr>
          <p:nvPr>
            <p:ph type="body" sz="quarter" idx="12"/>
          </p:nvPr>
        </p:nvSpPr>
        <p:spPr>
          <a:xfrm>
            <a:off x="1281906" y="1083182"/>
            <a:ext cx="9628188" cy="5172763"/>
          </a:xfrm>
        </p:spPr>
        <p:txBody>
          <a:bodyPr>
            <a:noAutofit/>
          </a:bodyPr>
          <a:lstStyle>
            <a:lvl1pPr algn="ctr">
              <a:lnSpc>
                <a:spcPct val="100000"/>
              </a:lnSpc>
              <a:spcBef>
                <a:spcPts val="0"/>
              </a:spcBef>
              <a:spcAft>
                <a:spcPts val="2400"/>
              </a:spcAft>
              <a:defRPr sz="1750"/>
            </a:lvl1pPr>
            <a:lvl2pPr marL="0" indent="0" algn="ctr">
              <a:lnSpc>
                <a:spcPct val="100000"/>
              </a:lnSpc>
              <a:spcBef>
                <a:spcPts val="0"/>
              </a:spcBef>
              <a:buNone/>
              <a:defRPr sz="2400" b="1" i="0" cap="all" baseline="0">
                <a:solidFill>
                  <a:schemeClr val="accent1"/>
                </a:solidFill>
                <a:latin typeface="Arial Black" panose="020B0604020202020204" pitchFamily="34" charset="0"/>
              </a:defRPr>
            </a:lvl2pPr>
            <a:lvl3pPr marL="182871" indent="0" algn="ctr">
              <a:buNone/>
              <a:defRPr sz="1400"/>
            </a:lvl3pPr>
            <a:lvl4pPr algn="ctr">
              <a:defRPr sz="1200"/>
            </a:lvl4pPr>
            <a:lvl5pPr algn="ctr">
              <a:defRPr sz="10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9209659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Pattern Border">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03FF3717-31FB-0D42-AF4C-531F03259192}"/>
              </a:ext>
            </a:extLst>
          </p:cNvPr>
          <p:cNvSpPr>
            <a:spLocks noGrp="1"/>
          </p:cNvSpPr>
          <p:nvPr>
            <p:ph type="pic" sz="quarter" idx="10" hasCustomPrompt="1"/>
          </p:nvPr>
        </p:nvSpPr>
        <p:spPr>
          <a:xfrm>
            <a:off x="0" y="0"/>
            <a:ext cx="12188952" cy="6858000"/>
          </a:xfrm>
          <a:prstGeom prst="rect">
            <a:avLst/>
          </a:prstGeom>
          <a:noFill/>
        </p:spPr>
        <p:txBody>
          <a:bodyPr/>
          <a:lstStyle>
            <a:lvl1pPr>
              <a:defRPr b="0" i="0">
                <a:solidFill>
                  <a:schemeClr val="tx1"/>
                </a:solidFill>
              </a:defRPr>
            </a:lvl1pPr>
          </a:lstStyle>
          <a:p>
            <a:r>
              <a:rPr lang="en-US"/>
              <a:t>Border Picture</a:t>
            </a:r>
          </a:p>
        </p:txBody>
      </p:sp>
      <p:sp>
        <p:nvSpPr>
          <p:cNvPr id="6" name="Footer Placeholder 5">
            <a:extLst>
              <a:ext uri="{FF2B5EF4-FFF2-40B4-BE49-F238E27FC236}">
                <a16:creationId xmlns:a16="http://schemas.microsoft.com/office/drawing/2014/main" id="{B8524B25-BE69-C114-58BA-408272478A3D}"/>
              </a:ext>
            </a:extLst>
          </p:cNvPr>
          <p:cNvSpPr>
            <a:spLocks noGrp="1"/>
          </p:cNvSpPr>
          <p:nvPr>
            <p:ph type="ftr" sz="quarter" idx="11"/>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7DF61599-C87F-D1DD-3342-174CEF6A27F8}"/>
              </a:ext>
            </a:extLst>
          </p:cNvPr>
          <p:cNvSpPr>
            <a:spLocks noGrp="1"/>
          </p:cNvSpPr>
          <p:nvPr>
            <p:ph type="sldNum" idx="12"/>
          </p:nvPr>
        </p:nvSpPr>
        <p:spPr/>
        <p:txBody>
          <a:bodyPr/>
          <a:lstStyle/>
          <a:p>
            <a:fld id="{00000000-1234-1234-1234-123412341234}" type="slidenum">
              <a:rPr lang="en" smtClean="0"/>
              <a:pPr/>
              <a:t>‹#›</a:t>
            </a:fld>
            <a:endParaRPr lang="en"/>
          </a:p>
        </p:txBody>
      </p:sp>
      <p:sp>
        <p:nvSpPr>
          <p:cNvPr id="5" name="Title 4">
            <a:extLst>
              <a:ext uri="{FF2B5EF4-FFF2-40B4-BE49-F238E27FC236}">
                <a16:creationId xmlns:a16="http://schemas.microsoft.com/office/drawing/2014/main" id="{41304118-94A6-2950-369F-F2E38F88B6EE}"/>
              </a:ext>
            </a:extLst>
          </p:cNvPr>
          <p:cNvSpPr>
            <a:spLocks noGrp="1"/>
          </p:cNvSpPr>
          <p:nvPr>
            <p:ph type="title" hasCustomPrompt="1"/>
          </p:nvPr>
        </p:nvSpPr>
        <p:spPr>
          <a:xfrm>
            <a:off x="658368" y="649224"/>
            <a:ext cx="10872216" cy="5559552"/>
          </a:xfrm>
          <a:solidFill>
            <a:schemeClr val="accent1"/>
          </a:solidFill>
        </p:spPr>
        <p:txBody>
          <a:bodyPr tIns="1920240">
            <a:noAutofit/>
          </a:bodyPr>
          <a:lstStyle>
            <a:lvl1pPr algn="ctr">
              <a:defRPr sz="9600">
                <a:solidFill>
                  <a:schemeClr val="bg1"/>
                </a:solidFill>
              </a:defRPr>
            </a:lvl1pPr>
          </a:lstStyle>
          <a:p>
            <a:r>
              <a:rPr lang="en-US"/>
              <a:t>Divider Title</a:t>
            </a:r>
          </a:p>
        </p:txBody>
      </p:sp>
      <p:sp>
        <p:nvSpPr>
          <p:cNvPr id="10" name="Text Placeholder 9">
            <a:extLst>
              <a:ext uri="{FF2B5EF4-FFF2-40B4-BE49-F238E27FC236}">
                <a16:creationId xmlns:a16="http://schemas.microsoft.com/office/drawing/2014/main" id="{A5ED95E8-45BF-E321-4859-717C6111315D}"/>
              </a:ext>
            </a:extLst>
          </p:cNvPr>
          <p:cNvSpPr>
            <a:spLocks noGrp="1"/>
          </p:cNvSpPr>
          <p:nvPr>
            <p:ph type="body" sz="quarter" idx="13" hasCustomPrompt="1"/>
          </p:nvPr>
        </p:nvSpPr>
        <p:spPr>
          <a:xfrm>
            <a:off x="2423319" y="3816833"/>
            <a:ext cx="7345362" cy="1271587"/>
          </a:xfrm>
        </p:spPr>
        <p:txBody>
          <a:bodyPr>
            <a:normAutofit/>
          </a:bodyPr>
          <a:lstStyle>
            <a:lvl1pPr algn="ctr">
              <a:lnSpc>
                <a:spcPct val="100000"/>
              </a:lnSpc>
              <a:spcBef>
                <a:spcPts val="0"/>
              </a:spcBef>
              <a:defRPr sz="3200">
                <a:solidFill>
                  <a:schemeClr val="bg1"/>
                </a:solidFill>
              </a:defRPr>
            </a:lvl1pPr>
            <a:lvl2pPr marL="0" indent="0">
              <a:buNone/>
              <a:defRPr/>
            </a:lvl2pPr>
          </a:lstStyle>
          <a:p>
            <a:pPr lvl="0"/>
            <a:r>
              <a:rPr lang="en-US"/>
              <a:t>Subtitle</a:t>
            </a:r>
          </a:p>
        </p:txBody>
      </p:sp>
    </p:spTree>
    <p:extLst>
      <p:ext uri="{BB962C8B-B14F-4D97-AF65-F5344CB8AC3E}">
        <p14:creationId xmlns:p14="http://schemas.microsoft.com/office/powerpoint/2010/main" val="23738596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Half Page Picture">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03FF3717-31FB-0D42-AF4C-531F03259192}"/>
              </a:ext>
            </a:extLst>
          </p:cNvPr>
          <p:cNvSpPr>
            <a:spLocks noGrp="1"/>
          </p:cNvSpPr>
          <p:nvPr>
            <p:ph type="pic" sz="quarter" idx="10" hasCustomPrompt="1"/>
          </p:nvPr>
        </p:nvSpPr>
        <p:spPr>
          <a:xfrm>
            <a:off x="6099048" y="0"/>
            <a:ext cx="6099048" cy="6858000"/>
          </a:xfrm>
          <a:prstGeom prst="rect">
            <a:avLst/>
          </a:prstGeom>
          <a:noFill/>
        </p:spPr>
        <p:txBody>
          <a:bodyPr/>
          <a:lstStyle>
            <a:lvl1pPr>
              <a:defRPr b="0" i="0">
                <a:solidFill>
                  <a:schemeClr val="tx1"/>
                </a:solidFill>
              </a:defRPr>
            </a:lvl1pPr>
          </a:lstStyle>
          <a:p>
            <a:r>
              <a:rPr lang="en-US"/>
              <a:t>Picture</a:t>
            </a:r>
          </a:p>
        </p:txBody>
      </p:sp>
      <p:sp>
        <p:nvSpPr>
          <p:cNvPr id="6" name="Footer Placeholder 5">
            <a:extLst>
              <a:ext uri="{FF2B5EF4-FFF2-40B4-BE49-F238E27FC236}">
                <a16:creationId xmlns:a16="http://schemas.microsoft.com/office/drawing/2014/main" id="{B8524B25-BE69-C114-58BA-408272478A3D}"/>
              </a:ext>
            </a:extLst>
          </p:cNvPr>
          <p:cNvSpPr>
            <a:spLocks noGrp="1"/>
          </p:cNvSpPr>
          <p:nvPr>
            <p:ph type="ftr" sz="quarter" idx="11"/>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7DF61599-C87F-D1DD-3342-174CEF6A27F8}"/>
              </a:ext>
            </a:extLst>
          </p:cNvPr>
          <p:cNvSpPr>
            <a:spLocks noGrp="1"/>
          </p:cNvSpPr>
          <p:nvPr>
            <p:ph type="sldNum" idx="12"/>
          </p:nvPr>
        </p:nvSpPr>
        <p:spPr/>
        <p:txBody>
          <a:bodyPr/>
          <a:lstStyle/>
          <a:p>
            <a:fld id="{00000000-1234-1234-1234-123412341234}" type="slidenum">
              <a:rPr lang="en" smtClean="0"/>
              <a:pPr/>
              <a:t>‹#›</a:t>
            </a:fld>
            <a:endParaRPr lang="en"/>
          </a:p>
        </p:txBody>
      </p:sp>
      <p:sp>
        <p:nvSpPr>
          <p:cNvPr id="5" name="Title 4">
            <a:extLst>
              <a:ext uri="{FF2B5EF4-FFF2-40B4-BE49-F238E27FC236}">
                <a16:creationId xmlns:a16="http://schemas.microsoft.com/office/drawing/2014/main" id="{41304118-94A6-2950-369F-F2E38F88B6EE}"/>
              </a:ext>
            </a:extLst>
          </p:cNvPr>
          <p:cNvSpPr>
            <a:spLocks noGrp="1"/>
          </p:cNvSpPr>
          <p:nvPr>
            <p:ph type="title" hasCustomPrompt="1"/>
          </p:nvPr>
        </p:nvSpPr>
        <p:spPr>
          <a:xfrm>
            <a:off x="0" y="0"/>
            <a:ext cx="6099048" cy="6858000"/>
          </a:xfrm>
          <a:solidFill>
            <a:schemeClr val="accent5"/>
          </a:solidFill>
        </p:spPr>
        <p:txBody>
          <a:bodyPr lIns="640080" tIns="0" rIns="640080" bIns="548640" anchor="ctr" anchorCtr="0">
            <a:noAutofit/>
          </a:bodyPr>
          <a:lstStyle>
            <a:lvl1pPr algn="ctr">
              <a:lnSpc>
                <a:spcPts val="7200"/>
              </a:lnSpc>
              <a:defRPr sz="6800">
                <a:solidFill>
                  <a:schemeClr val="tx2"/>
                </a:solidFill>
              </a:defRPr>
            </a:lvl1pPr>
          </a:lstStyle>
          <a:p>
            <a:r>
              <a:rPr lang="en-US"/>
              <a:t>Divider Title</a:t>
            </a:r>
          </a:p>
        </p:txBody>
      </p:sp>
      <p:sp>
        <p:nvSpPr>
          <p:cNvPr id="10" name="Text Placeholder 9">
            <a:extLst>
              <a:ext uri="{FF2B5EF4-FFF2-40B4-BE49-F238E27FC236}">
                <a16:creationId xmlns:a16="http://schemas.microsoft.com/office/drawing/2014/main" id="{A5ED95E8-45BF-E321-4859-717C6111315D}"/>
              </a:ext>
            </a:extLst>
          </p:cNvPr>
          <p:cNvSpPr>
            <a:spLocks noGrp="1"/>
          </p:cNvSpPr>
          <p:nvPr>
            <p:ph type="body" sz="quarter" idx="13" hasCustomPrompt="1"/>
          </p:nvPr>
        </p:nvSpPr>
        <p:spPr>
          <a:xfrm>
            <a:off x="301354" y="4144824"/>
            <a:ext cx="5536096" cy="1271587"/>
          </a:xfrm>
        </p:spPr>
        <p:txBody>
          <a:bodyPr>
            <a:normAutofit/>
          </a:bodyPr>
          <a:lstStyle>
            <a:lvl1pPr algn="ctr">
              <a:lnSpc>
                <a:spcPct val="100000"/>
              </a:lnSpc>
              <a:spcBef>
                <a:spcPts val="0"/>
              </a:spcBef>
              <a:defRPr sz="2400">
                <a:solidFill>
                  <a:schemeClr val="tx2"/>
                </a:solidFill>
              </a:defRPr>
            </a:lvl1pPr>
            <a:lvl2pPr marL="0" indent="0">
              <a:buNone/>
              <a:defRPr/>
            </a:lvl2pPr>
          </a:lstStyle>
          <a:p>
            <a:pPr lvl="0"/>
            <a:r>
              <a:rPr lang="en-US"/>
              <a:t>Subtitle</a:t>
            </a:r>
          </a:p>
        </p:txBody>
      </p:sp>
      <p:pic>
        <p:nvPicPr>
          <p:cNvPr id="3" name="Graphic 2" descr="Lilly Logo">
            <a:extLst>
              <a:ext uri="{FF2B5EF4-FFF2-40B4-BE49-F238E27FC236}">
                <a16:creationId xmlns:a16="http://schemas.microsoft.com/office/drawing/2014/main" id="{58DB6D87-6329-6E37-1448-8541CCCDAEB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68319356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Title over Dark Background">
    <p:bg>
      <p:bgPr>
        <a:solidFill>
          <a:srgbClr val="C6DCD8"/>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8524B25-BE69-C114-58BA-408272478A3D}"/>
              </a:ext>
            </a:extLst>
          </p:cNvPr>
          <p:cNvSpPr>
            <a:spLocks noGrp="1"/>
          </p:cNvSpPr>
          <p:nvPr>
            <p:ph type="ftr" sz="quarter" idx="11"/>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7DF61599-C87F-D1DD-3342-174CEF6A27F8}"/>
              </a:ext>
            </a:extLst>
          </p:cNvPr>
          <p:cNvSpPr>
            <a:spLocks noGrp="1"/>
          </p:cNvSpPr>
          <p:nvPr>
            <p:ph type="sldNum" idx="12"/>
          </p:nvPr>
        </p:nvSpPr>
        <p:spPr/>
        <p:txBody>
          <a:bodyPr/>
          <a:lstStyle/>
          <a:p>
            <a:fld id="{00000000-1234-1234-1234-123412341234}" type="slidenum">
              <a:rPr lang="en" smtClean="0"/>
              <a:pPr/>
              <a:t>‹#›</a:t>
            </a:fld>
            <a:endParaRPr lang="en"/>
          </a:p>
        </p:txBody>
      </p:sp>
      <p:sp>
        <p:nvSpPr>
          <p:cNvPr id="5" name="Title 4">
            <a:extLst>
              <a:ext uri="{FF2B5EF4-FFF2-40B4-BE49-F238E27FC236}">
                <a16:creationId xmlns:a16="http://schemas.microsoft.com/office/drawing/2014/main" id="{41304118-94A6-2950-369F-F2E38F88B6EE}"/>
              </a:ext>
            </a:extLst>
          </p:cNvPr>
          <p:cNvSpPr>
            <a:spLocks noGrp="1"/>
          </p:cNvSpPr>
          <p:nvPr>
            <p:ph type="title" hasCustomPrompt="1"/>
          </p:nvPr>
        </p:nvSpPr>
        <p:spPr>
          <a:xfrm>
            <a:off x="0" y="0"/>
            <a:ext cx="6099048" cy="6858000"/>
          </a:xfrm>
          <a:solidFill>
            <a:schemeClr val="accent2"/>
          </a:solidFill>
        </p:spPr>
        <p:txBody>
          <a:bodyPr lIns="640080" tIns="0" rIns="640080" bIns="548640" anchor="ctr" anchorCtr="0">
            <a:noAutofit/>
          </a:bodyPr>
          <a:lstStyle>
            <a:lvl1pPr algn="ctr">
              <a:lnSpc>
                <a:spcPts val="7200"/>
              </a:lnSpc>
              <a:defRPr sz="6800">
                <a:solidFill>
                  <a:schemeClr val="bg1"/>
                </a:solidFill>
              </a:defRPr>
            </a:lvl1pPr>
          </a:lstStyle>
          <a:p>
            <a:r>
              <a:rPr lang="en-US"/>
              <a:t>Divider Title</a:t>
            </a:r>
          </a:p>
        </p:txBody>
      </p:sp>
      <p:sp>
        <p:nvSpPr>
          <p:cNvPr id="10" name="Text Placeholder 9">
            <a:extLst>
              <a:ext uri="{FF2B5EF4-FFF2-40B4-BE49-F238E27FC236}">
                <a16:creationId xmlns:a16="http://schemas.microsoft.com/office/drawing/2014/main" id="{A5ED95E8-45BF-E321-4859-717C6111315D}"/>
              </a:ext>
            </a:extLst>
          </p:cNvPr>
          <p:cNvSpPr>
            <a:spLocks noGrp="1"/>
          </p:cNvSpPr>
          <p:nvPr>
            <p:ph type="body" sz="quarter" idx="13" hasCustomPrompt="1"/>
          </p:nvPr>
        </p:nvSpPr>
        <p:spPr>
          <a:xfrm>
            <a:off x="301354" y="4144824"/>
            <a:ext cx="5536096" cy="1271587"/>
          </a:xfrm>
        </p:spPr>
        <p:txBody>
          <a:bodyPr>
            <a:normAutofit/>
          </a:bodyPr>
          <a:lstStyle>
            <a:lvl1pPr algn="ctr">
              <a:lnSpc>
                <a:spcPct val="100000"/>
              </a:lnSpc>
              <a:spcBef>
                <a:spcPts val="0"/>
              </a:spcBef>
              <a:defRPr sz="2400">
                <a:solidFill>
                  <a:schemeClr val="bg1"/>
                </a:solidFill>
              </a:defRPr>
            </a:lvl1pPr>
            <a:lvl2pPr marL="0" indent="0">
              <a:buNone/>
              <a:defRPr/>
            </a:lvl2pPr>
          </a:lstStyle>
          <a:p>
            <a:pPr lvl="0"/>
            <a:r>
              <a:rPr lang="en-US"/>
              <a:t>Subtitle</a:t>
            </a:r>
          </a:p>
        </p:txBody>
      </p:sp>
      <p:sp>
        <p:nvSpPr>
          <p:cNvPr id="3" name="Text Placeholder 2">
            <a:extLst>
              <a:ext uri="{FF2B5EF4-FFF2-40B4-BE49-F238E27FC236}">
                <a16:creationId xmlns:a16="http://schemas.microsoft.com/office/drawing/2014/main" id="{B3B0F255-5C27-6AB9-D599-F7C9EF5EADCF}"/>
              </a:ext>
            </a:extLst>
          </p:cNvPr>
          <p:cNvSpPr>
            <a:spLocks noGrp="1"/>
          </p:cNvSpPr>
          <p:nvPr>
            <p:ph type="body" sz="quarter" idx="14"/>
          </p:nvPr>
        </p:nvSpPr>
        <p:spPr>
          <a:xfrm>
            <a:off x="7132320" y="1261872"/>
            <a:ext cx="4142232" cy="4270248"/>
          </a:xfrm>
        </p:spPr>
        <p:txBody>
          <a:bodyPr anchor="ctr" anchorCtr="0">
            <a:noAutofit/>
          </a:bodyPr>
          <a:lstStyle>
            <a:lvl1pPr>
              <a:lnSpc>
                <a:spcPts val="2100"/>
              </a:lnSpc>
              <a:spcBef>
                <a:spcPts val="1600"/>
              </a:spcBef>
              <a:defRPr sz="21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descr="Lilly Logo">
            <a:extLst>
              <a:ext uri="{FF2B5EF4-FFF2-40B4-BE49-F238E27FC236}">
                <a16:creationId xmlns:a16="http://schemas.microsoft.com/office/drawing/2014/main" id="{40462F35-0FED-7E5F-47F2-94298139995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6304314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Title over Light Background">
    <p:bg>
      <p:bgPr>
        <a:solidFill>
          <a:srgbClr val="E4EBF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304118-94A6-2950-369F-F2E38F88B6EE}"/>
              </a:ext>
            </a:extLst>
          </p:cNvPr>
          <p:cNvSpPr>
            <a:spLocks noGrp="1"/>
          </p:cNvSpPr>
          <p:nvPr>
            <p:ph type="title" hasCustomPrompt="1"/>
          </p:nvPr>
        </p:nvSpPr>
        <p:spPr>
          <a:xfrm>
            <a:off x="0" y="0"/>
            <a:ext cx="6099048" cy="6858000"/>
          </a:xfrm>
          <a:solidFill>
            <a:schemeClr val="accent3"/>
          </a:solidFill>
        </p:spPr>
        <p:txBody>
          <a:bodyPr lIns="640080" tIns="0" rIns="640080" bIns="548640" anchor="ctr" anchorCtr="0">
            <a:noAutofit/>
          </a:bodyPr>
          <a:lstStyle>
            <a:lvl1pPr algn="ctr">
              <a:lnSpc>
                <a:spcPts val="7200"/>
              </a:lnSpc>
              <a:defRPr sz="6800">
                <a:solidFill>
                  <a:schemeClr val="tx1"/>
                </a:solidFill>
              </a:defRPr>
            </a:lvl1pPr>
          </a:lstStyle>
          <a:p>
            <a:r>
              <a:rPr lang="en-US"/>
              <a:t>Divider </a:t>
            </a:r>
            <a:r>
              <a:rPr lang="en-US" err="1"/>
              <a:t>Title</a:t>
            </a:r>
            <a:endParaRPr lang="en-US"/>
          </a:p>
        </p:txBody>
      </p:sp>
      <p:sp>
        <p:nvSpPr>
          <p:cNvPr id="6" name="Footer Placeholder 5">
            <a:extLst>
              <a:ext uri="{FF2B5EF4-FFF2-40B4-BE49-F238E27FC236}">
                <a16:creationId xmlns:a16="http://schemas.microsoft.com/office/drawing/2014/main" id="{B8524B25-BE69-C114-58BA-408272478A3D}"/>
              </a:ext>
            </a:extLst>
          </p:cNvPr>
          <p:cNvSpPr>
            <a:spLocks noGrp="1"/>
          </p:cNvSpPr>
          <p:nvPr>
            <p:ph type="ftr" sz="quarter" idx="11"/>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7DF61599-C87F-D1DD-3342-174CEF6A27F8}"/>
              </a:ext>
            </a:extLst>
          </p:cNvPr>
          <p:cNvSpPr>
            <a:spLocks noGrp="1"/>
          </p:cNvSpPr>
          <p:nvPr>
            <p:ph type="sldNum" idx="12"/>
          </p:nvPr>
        </p:nvSpPr>
        <p:spPr/>
        <p:txBody>
          <a:bodyPr/>
          <a:lstStyle/>
          <a:p>
            <a:fld id="{00000000-1234-1234-1234-123412341234}" type="slidenum">
              <a:rPr lang="en" smtClean="0"/>
              <a:pPr/>
              <a:t>‹#›</a:t>
            </a:fld>
            <a:endParaRPr lang="en"/>
          </a:p>
        </p:txBody>
      </p:sp>
      <p:sp>
        <p:nvSpPr>
          <p:cNvPr id="10" name="Text Placeholder 9">
            <a:extLst>
              <a:ext uri="{FF2B5EF4-FFF2-40B4-BE49-F238E27FC236}">
                <a16:creationId xmlns:a16="http://schemas.microsoft.com/office/drawing/2014/main" id="{A5ED95E8-45BF-E321-4859-717C6111315D}"/>
              </a:ext>
            </a:extLst>
          </p:cNvPr>
          <p:cNvSpPr>
            <a:spLocks noGrp="1"/>
          </p:cNvSpPr>
          <p:nvPr>
            <p:ph type="body" sz="quarter" idx="13" hasCustomPrompt="1"/>
          </p:nvPr>
        </p:nvSpPr>
        <p:spPr>
          <a:xfrm>
            <a:off x="301354" y="4144824"/>
            <a:ext cx="5536096" cy="1271587"/>
          </a:xfrm>
        </p:spPr>
        <p:txBody>
          <a:bodyPr>
            <a:normAutofit/>
          </a:bodyPr>
          <a:lstStyle>
            <a:lvl1pPr algn="ctr">
              <a:lnSpc>
                <a:spcPct val="100000"/>
              </a:lnSpc>
              <a:spcBef>
                <a:spcPts val="0"/>
              </a:spcBef>
              <a:defRPr sz="2400">
                <a:solidFill>
                  <a:schemeClr val="tx1"/>
                </a:solidFill>
              </a:defRPr>
            </a:lvl1pPr>
            <a:lvl2pPr marL="0" indent="0">
              <a:buNone/>
              <a:defRPr/>
            </a:lvl2pPr>
          </a:lstStyle>
          <a:p>
            <a:pPr lvl="0"/>
            <a:r>
              <a:rPr lang="en-US"/>
              <a:t>Subtitle</a:t>
            </a:r>
          </a:p>
        </p:txBody>
      </p:sp>
      <p:sp>
        <p:nvSpPr>
          <p:cNvPr id="3" name="Text Placeholder 2">
            <a:extLst>
              <a:ext uri="{FF2B5EF4-FFF2-40B4-BE49-F238E27FC236}">
                <a16:creationId xmlns:a16="http://schemas.microsoft.com/office/drawing/2014/main" id="{B3B0F255-5C27-6AB9-D599-F7C9EF5EADCF}"/>
              </a:ext>
            </a:extLst>
          </p:cNvPr>
          <p:cNvSpPr>
            <a:spLocks noGrp="1"/>
          </p:cNvSpPr>
          <p:nvPr>
            <p:ph type="body" sz="quarter" idx="14"/>
          </p:nvPr>
        </p:nvSpPr>
        <p:spPr>
          <a:xfrm>
            <a:off x="7132320" y="1261872"/>
            <a:ext cx="4142232" cy="4270248"/>
          </a:xfrm>
        </p:spPr>
        <p:txBody>
          <a:bodyPr anchor="ctr" anchorCtr="0">
            <a:noAutofit/>
          </a:bodyPr>
          <a:lstStyle>
            <a:lvl1pPr>
              <a:lnSpc>
                <a:spcPts val="2100"/>
              </a:lnSpc>
              <a:spcBef>
                <a:spcPts val="1600"/>
              </a:spcBef>
              <a:defRPr sz="21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descr="Lilly Logo">
            <a:extLst>
              <a:ext uri="{FF2B5EF4-FFF2-40B4-BE49-F238E27FC236}">
                <a16:creationId xmlns:a16="http://schemas.microsoft.com/office/drawing/2014/main" id="{8EE2D2FE-3BDB-C184-6CC2-ACA96563242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1886090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Divider with Two Copy 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B0F255-5C27-6AB9-D599-F7C9EF5EADCF}"/>
              </a:ext>
            </a:extLst>
          </p:cNvPr>
          <p:cNvSpPr>
            <a:spLocks noGrp="1"/>
          </p:cNvSpPr>
          <p:nvPr>
            <p:ph type="body" sz="quarter" idx="14"/>
          </p:nvPr>
        </p:nvSpPr>
        <p:spPr>
          <a:xfrm>
            <a:off x="6096000" y="3474720"/>
            <a:ext cx="6099048" cy="3383280"/>
          </a:xfrm>
          <a:solidFill>
            <a:schemeClr val="tx1"/>
          </a:solidFill>
        </p:spPr>
        <p:txBody>
          <a:bodyPr lIns="640080" tIns="228600" rIns="457200" bIns="594360" anchor="ctr" anchorCtr="0">
            <a:normAutofit/>
          </a:bodyPr>
          <a:lstStyle>
            <a:lvl1pPr>
              <a:lnSpc>
                <a:spcPct val="85000"/>
              </a:lnSpc>
              <a:spcBef>
                <a:spcPts val="1600"/>
              </a:spcBef>
              <a:defRPr sz="25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8524B25-BE69-C114-58BA-408272478A3D}"/>
              </a:ext>
            </a:extLst>
          </p:cNvPr>
          <p:cNvSpPr>
            <a:spLocks noGrp="1"/>
          </p:cNvSpPr>
          <p:nvPr>
            <p:ph type="ftr" sz="quarter" idx="11"/>
          </p:nvPr>
        </p:nvSpPr>
        <p:spPr/>
        <p:txBody>
          <a:bodyPr/>
          <a:lstStyle>
            <a:lvl1pPr>
              <a:defRPr>
                <a:solidFill>
                  <a:schemeClr val="bg1"/>
                </a:solidFill>
              </a:defRPr>
            </a:lvl1pPr>
          </a:lstStyle>
          <a:p>
            <a:r>
              <a:rPr lang="en-US"/>
              <a:t>Company Confidential  © 2024 Eli Lilly and Company</a:t>
            </a:r>
          </a:p>
        </p:txBody>
      </p:sp>
      <p:sp>
        <p:nvSpPr>
          <p:cNvPr id="8" name="Slide Number Placeholder 7">
            <a:extLst>
              <a:ext uri="{FF2B5EF4-FFF2-40B4-BE49-F238E27FC236}">
                <a16:creationId xmlns:a16="http://schemas.microsoft.com/office/drawing/2014/main" id="{7DF61599-C87F-D1DD-3342-174CEF6A27F8}"/>
              </a:ext>
            </a:extLst>
          </p:cNvPr>
          <p:cNvSpPr>
            <a:spLocks noGrp="1"/>
          </p:cNvSpPr>
          <p:nvPr>
            <p:ph type="sldNum" idx="12"/>
          </p:nvPr>
        </p:nvSpPr>
        <p:spPr/>
        <p:txBody>
          <a:bodyPr/>
          <a:lstStyle>
            <a:lvl1pPr>
              <a:defRPr>
                <a:solidFill>
                  <a:schemeClr val="bg1"/>
                </a:solidFill>
              </a:defRPr>
            </a:lvl1pPr>
          </a:lstStyle>
          <a:p>
            <a:fld id="{00000000-1234-1234-1234-123412341234}" type="slidenum">
              <a:rPr lang="en" smtClean="0"/>
              <a:pPr/>
              <a:t>‹#›</a:t>
            </a:fld>
            <a:endParaRPr lang="en"/>
          </a:p>
        </p:txBody>
      </p:sp>
      <p:sp>
        <p:nvSpPr>
          <p:cNvPr id="7" name="Text Placeholder 2">
            <a:extLst>
              <a:ext uri="{FF2B5EF4-FFF2-40B4-BE49-F238E27FC236}">
                <a16:creationId xmlns:a16="http://schemas.microsoft.com/office/drawing/2014/main" id="{39A58E7B-9AE6-071A-3557-31D4B11A3CDB}"/>
              </a:ext>
            </a:extLst>
          </p:cNvPr>
          <p:cNvSpPr>
            <a:spLocks noGrp="1"/>
          </p:cNvSpPr>
          <p:nvPr>
            <p:ph type="body" sz="quarter" idx="15"/>
          </p:nvPr>
        </p:nvSpPr>
        <p:spPr>
          <a:xfrm>
            <a:off x="-1" y="3474720"/>
            <a:ext cx="6099048" cy="3383280"/>
          </a:xfrm>
          <a:noFill/>
        </p:spPr>
        <p:txBody>
          <a:bodyPr lIns="640080" tIns="228600" rIns="457200" bIns="594360" anchor="ctr" anchorCtr="0">
            <a:normAutofit/>
          </a:bodyPr>
          <a:lstStyle>
            <a:lvl1pPr>
              <a:lnSpc>
                <a:spcPct val="85000"/>
              </a:lnSpc>
              <a:spcBef>
                <a:spcPts val="1600"/>
              </a:spcBef>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41304118-94A6-2950-369F-F2E38F88B6EE}"/>
              </a:ext>
            </a:extLst>
          </p:cNvPr>
          <p:cNvSpPr>
            <a:spLocks noGrp="1"/>
          </p:cNvSpPr>
          <p:nvPr>
            <p:ph type="title" hasCustomPrompt="1"/>
          </p:nvPr>
        </p:nvSpPr>
        <p:spPr>
          <a:xfrm>
            <a:off x="0" y="0"/>
            <a:ext cx="12188952" cy="3474720"/>
          </a:xfrm>
          <a:solidFill>
            <a:schemeClr val="accent1"/>
          </a:solidFill>
        </p:spPr>
        <p:txBody>
          <a:bodyPr lIns="640080" tIns="822960" rIns="640080" bIns="548640" anchor="t" anchorCtr="0">
            <a:noAutofit/>
          </a:bodyPr>
          <a:lstStyle>
            <a:lvl1pPr algn="l">
              <a:lnSpc>
                <a:spcPts val="7200"/>
              </a:lnSpc>
              <a:defRPr sz="6400">
                <a:solidFill>
                  <a:schemeClr val="bg1"/>
                </a:solidFill>
              </a:defRPr>
            </a:lvl1pPr>
          </a:lstStyle>
          <a:p>
            <a:r>
              <a:rPr lang="en-US"/>
              <a:t>Divider Title</a:t>
            </a:r>
          </a:p>
        </p:txBody>
      </p:sp>
    </p:spTree>
    <p:extLst>
      <p:ext uri="{BB962C8B-B14F-4D97-AF65-F5344CB8AC3E}">
        <p14:creationId xmlns:p14="http://schemas.microsoft.com/office/powerpoint/2010/main" val="21599441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1/3 Page Picture">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E40B73C0-32B1-02E6-08AC-6843E5DFE73E}"/>
              </a:ext>
            </a:extLst>
          </p:cNvPr>
          <p:cNvSpPr>
            <a:spLocks noGrp="1"/>
          </p:cNvSpPr>
          <p:nvPr>
            <p:ph type="pic" sz="quarter" idx="12"/>
          </p:nvPr>
        </p:nvSpPr>
        <p:spPr>
          <a:xfrm>
            <a:off x="8159261" y="0"/>
            <a:ext cx="4061908" cy="6858000"/>
          </a:xfrm>
          <a:prstGeom prst="rect">
            <a:avLst/>
          </a:prstGeom>
          <a:solidFill>
            <a:schemeClr val="accent6">
              <a:lumMod val="20000"/>
              <a:lumOff val="80000"/>
            </a:schemeClr>
          </a:solidFill>
        </p:spPr>
        <p:txBody>
          <a:bodyPr anchor="ctr" anchorCtr="0"/>
          <a:lstStyle>
            <a:lvl1pPr marL="0" indent="0" algn="ctr">
              <a:buNone/>
              <a:defRPr b="0" i="0"/>
            </a:lvl1pPr>
          </a:lstStyle>
          <a:p>
            <a:endParaRPr lang="en-US"/>
          </a:p>
        </p:txBody>
      </p:sp>
      <p:sp>
        <p:nvSpPr>
          <p:cNvPr id="7" name="Title 6">
            <a:extLst>
              <a:ext uri="{FF2B5EF4-FFF2-40B4-BE49-F238E27FC236}">
                <a16:creationId xmlns:a16="http://schemas.microsoft.com/office/drawing/2014/main" id="{277AC90C-7F28-B72B-C6F4-042785B04416}"/>
              </a:ext>
            </a:extLst>
          </p:cNvPr>
          <p:cNvSpPr>
            <a:spLocks noGrp="1"/>
          </p:cNvSpPr>
          <p:nvPr>
            <p:ph type="title" hasCustomPrompt="1"/>
          </p:nvPr>
        </p:nvSpPr>
        <p:spPr>
          <a:xfrm>
            <a:off x="640080" y="671513"/>
            <a:ext cx="5762625" cy="1757361"/>
          </a:xfrm>
        </p:spPr>
        <p:txBody>
          <a:bodyPr anchor="b" anchorCtr="0">
            <a:noAutofit/>
          </a:bodyPr>
          <a:lstStyle>
            <a:lvl1pPr>
              <a:lnSpc>
                <a:spcPts val="6400"/>
              </a:lnSpc>
              <a:defRPr sz="6400" spc="-200" baseline="0"/>
            </a:lvl1pPr>
          </a:lstStyle>
          <a:p>
            <a:r>
              <a:rPr lang="en-US"/>
              <a:t>Click to insert Heading</a:t>
            </a:r>
          </a:p>
        </p:txBody>
      </p:sp>
      <p:sp>
        <p:nvSpPr>
          <p:cNvPr id="10" name="Text Placeholder 9">
            <a:extLst>
              <a:ext uri="{FF2B5EF4-FFF2-40B4-BE49-F238E27FC236}">
                <a16:creationId xmlns:a16="http://schemas.microsoft.com/office/drawing/2014/main" id="{92A25D06-584F-5760-A7B3-2D8DEB977E40}"/>
              </a:ext>
            </a:extLst>
          </p:cNvPr>
          <p:cNvSpPr>
            <a:spLocks noGrp="1"/>
          </p:cNvSpPr>
          <p:nvPr>
            <p:ph type="body" sz="quarter" idx="15"/>
          </p:nvPr>
        </p:nvSpPr>
        <p:spPr>
          <a:xfrm>
            <a:off x="640080" y="2642615"/>
            <a:ext cx="5975033" cy="3400997"/>
          </a:xfrm>
        </p:spPr>
        <p:txBody>
          <a:bodyPr>
            <a:normAutofit/>
          </a:bodyPr>
          <a:lstStyle>
            <a:lvl1pPr marL="0" indent="0">
              <a:lnSpc>
                <a:spcPts val="1440"/>
              </a:lnSpc>
              <a:spcBef>
                <a:spcPts val="1800"/>
              </a:spcBef>
              <a:buNone/>
              <a:defRPr sz="1200"/>
            </a:lvl1pPr>
            <a:lvl2pPr marL="182880" indent="-182880">
              <a:lnSpc>
                <a:spcPts val="1440"/>
              </a:lnSpc>
              <a:spcBef>
                <a:spcPts val="1000"/>
              </a:spcBef>
              <a:defRPr sz="1200"/>
            </a:lvl2pPr>
            <a:lvl3pPr indent="-182880">
              <a:lnSpc>
                <a:spcPts val="1440"/>
              </a:lnSpc>
              <a:spcBef>
                <a:spcPts val="800"/>
              </a:spcBef>
              <a:defRPr sz="1200"/>
            </a:lvl3pPr>
            <a:lvl4pPr marL="548640" indent="-182880">
              <a:lnSpc>
                <a:spcPts val="1440"/>
              </a:lnSpc>
              <a:spcBef>
                <a:spcPts val="600"/>
              </a:spcBef>
              <a:defRPr sz="1200"/>
            </a:lvl4pPr>
            <a:lvl5pPr marL="731520" indent="-182880">
              <a:lnSpc>
                <a:spcPts val="1440"/>
              </a:lnSpc>
              <a:spcBef>
                <a:spcPts val="4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0A20CADF-878D-63BF-1451-A3E0E5FC543D}"/>
              </a:ext>
            </a:extLst>
          </p:cNvPr>
          <p:cNvSpPr>
            <a:spLocks noGrp="1"/>
          </p:cNvSpPr>
          <p:nvPr>
            <p:ph type="ftr" sz="quarter" idx="16"/>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501C1C1A-4CD1-6997-B931-FC42002CC9A5}"/>
              </a:ext>
            </a:extLst>
          </p:cNvPr>
          <p:cNvSpPr>
            <a:spLocks noGrp="1"/>
          </p:cNvSpPr>
          <p:nvPr>
            <p:ph type="sldNum" sz="quarter" idx="17"/>
          </p:nvPr>
        </p:nvSpPr>
        <p:spPr/>
        <p:txBody>
          <a:bodyPr/>
          <a:lstStyle/>
          <a:p>
            <a:fld id="{48135D20-C3A1-FF4C-B4DB-BE449A9B144D}" type="slidenum">
              <a:rPr lang="en-US"/>
              <a:t>‹#›</a:t>
            </a:fld>
            <a:endParaRPr lang="en-US"/>
          </a:p>
        </p:txBody>
      </p:sp>
    </p:spTree>
    <p:extLst>
      <p:ext uri="{BB962C8B-B14F-4D97-AF65-F5344CB8AC3E}">
        <p14:creationId xmlns:p14="http://schemas.microsoft.com/office/powerpoint/2010/main" val="2691334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Quote and Picture">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E40B73C0-32B1-02E6-08AC-6843E5DFE73E}"/>
              </a:ext>
            </a:extLst>
          </p:cNvPr>
          <p:cNvSpPr>
            <a:spLocks noGrp="1"/>
          </p:cNvSpPr>
          <p:nvPr>
            <p:ph type="pic" sz="quarter" idx="12"/>
          </p:nvPr>
        </p:nvSpPr>
        <p:spPr>
          <a:xfrm>
            <a:off x="8159261" y="0"/>
            <a:ext cx="4061908" cy="6858000"/>
          </a:xfrm>
          <a:prstGeom prst="rect">
            <a:avLst/>
          </a:prstGeom>
          <a:solidFill>
            <a:schemeClr val="accent6">
              <a:lumMod val="20000"/>
              <a:lumOff val="80000"/>
            </a:schemeClr>
          </a:solidFill>
        </p:spPr>
        <p:txBody>
          <a:bodyPr anchor="ctr" anchorCtr="0"/>
          <a:lstStyle>
            <a:lvl1pPr marL="0" indent="0" algn="ctr">
              <a:buNone/>
              <a:defRPr b="0" i="0"/>
            </a:lvl1pPr>
          </a:lstStyle>
          <a:p>
            <a:endParaRPr lang="en-US"/>
          </a:p>
        </p:txBody>
      </p:sp>
      <p:sp>
        <p:nvSpPr>
          <p:cNvPr id="2" name="Footer Placeholder 1">
            <a:extLst>
              <a:ext uri="{FF2B5EF4-FFF2-40B4-BE49-F238E27FC236}">
                <a16:creationId xmlns:a16="http://schemas.microsoft.com/office/drawing/2014/main" id="{817FA129-3605-FEE2-2F8A-D616EDEEAE5A}"/>
              </a:ext>
            </a:extLst>
          </p:cNvPr>
          <p:cNvSpPr>
            <a:spLocks noGrp="1"/>
          </p:cNvSpPr>
          <p:nvPr>
            <p:ph type="ftr" sz="quarter" idx="13"/>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2424C182-D9F8-27AC-F250-1D85B7E20558}"/>
              </a:ext>
            </a:extLst>
          </p:cNvPr>
          <p:cNvSpPr>
            <a:spLocks noGrp="1"/>
          </p:cNvSpPr>
          <p:nvPr>
            <p:ph type="sldNum" idx="14"/>
          </p:nvPr>
        </p:nvSpPr>
        <p:spPr/>
        <p:txBody>
          <a:bodyPr/>
          <a:lstStyle/>
          <a:p>
            <a:fld id="{00000000-1234-1234-1234-123412341234}" type="slidenum">
              <a:rPr lang="en" smtClean="0"/>
              <a:pPr/>
              <a:t>‹#›</a:t>
            </a:fld>
            <a:endParaRPr lang="en"/>
          </a:p>
        </p:txBody>
      </p:sp>
      <p:sp>
        <p:nvSpPr>
          <p:cNvPr id="10" name="Text Placeholder 9">
            <a:extLst>
              <a:ext uri="{FF2B5EF4-FFF2-40B4-BE49-F238E27FC236}">
                <a16:creationId xmlns:a16="http://schemas.microsoft.com/office/drawing/2014/main" id="{92A25D06-584F-5760-A7B3-2D8DEB977E40}"/>
              </a:ext>
            </a:extLst>
          </p:cNvPr>
          <p:cNvSpPr>
            <a:spLocks noGrp="1"/>
          </p:cNvSpPr>
          <p:nvPr>
            <p:ph type="body" sz="quarter" idx="15"/>
          </p:nvPr>
        </p:nvSpPr>
        <p:spPr>
          <a:xfrm>
            <a:off x="457200" y="722376"/>
            <a:ext cx="7066828" cy="4006642"/>
          </a:xfrm>
        </p:spPr>
        <p:txBody>
          <a:bodyPr>
            <a:noAutofit/>
          </a:bodyPr>
          <a:lstStyle>
            <a:lvl1pPr marL="320040" indent="-228600">
              <a:lnSpc>
                <a:spcPct val="68000"/>
              </a:lnSpc>
              <a:spcBef>
                <a:spcPts val="1800"/>
              </a:spcBef>
              <a:buNone/>
              <a:defRPr sz="5300" b="0" i="0" kern="100" spc="-200">
                <a:latin typeface="Times New Roman" panose="02020603050405020304" pitchFamily="18" charset="0"/>
              </a:defRPr>
            </a:lvl1pPr>
            <a:lvl2pPr marL="548640" indent="-228600">
              <a:lnSpc>
                <a:spcPct val="68000"/>
              </a:lnSpc>
              <a:spcBef>
                <a:spcPts val="1600"/>
              </a:spcBef>
              <a:buFont typeface="Arial" panose="020B0604020202020204" pitchFamily="34" charset="0"/>
              <a:buChar char="−"/>
              <a:defRPr sz="4400" b="0" i="0" kern="100" spc="-200">
                <a:latin typeface="Times New Roman" panose="02020603050405020304" pitchFamily="18" charset="0"/>
              </a:defRPr>
            </a:lvl2pPr>
            <a:lvl3pPr marL="182871" indent="0">
              <a:lnSpc>
                <a:spcPts val="1440"/>
              </a:lnSpc>
              <a:spcBef>
                <a:spcPts val="800"/>
              </a:spcBef>
              <a:buNone/>
              <a:defRPr sz="1200"/>
            </a:lvl3pPr>
            <a:lvl4pPr marL="548640" indent="-182880">
              <a:lnSpc>
                <a:spcPts val="1440"/>
              </a:lnSpc>
              <a:spcBef>
                <a:spcPts val="600"/>
              </a:spcBef>
              <a:defRPr sz="1200"/>
            </a:lvl4pPr>
            <a:lvl5pPr marL="731520" indent="-182880">
              <a:lnSpc>
                <a:spcPts val="1440"/>
              </a:lnSpc>
              <a:spcBef>
                <a:spcPts val="400"/>
              </a:spcBef>
              <a:defRPr sz="1200"/>
            </a:lvl5pPr>
          </a:lstStyle>
          <a:p>
            <a:pPr lvl="0"/>
            <a:r>
              <a:rPr lang="en-US"/>
              <a:t>Click to edit Master text styles</a:t>
            </a:r>
          </a:p>
          <a:p>
            <a:pPr lvl="1"/>
            <a:r>
              <a:rPr lang="en-US"/>
              <a:t>Second level</a:t>
            </a:r>
          </a:p>
        </p:txBody>
      </p:sp>
      <p:sp>
        <p:nvSpPr>
          <p:cNvPr id="9" name="Text Placeholder 8">
            <a:extLst>
              <a:ext uri="{FF2B5EF4-FFF2-40B4-BE49-F238E27FC236}">
                <a16:creationId xmlns:a16="http://schemas.microsoft.com/office/drawing/2014/main" id="{C3688D7C-1245-BF05-95E9-099C0FD3DF8E}"/>
              </a:ext>
            </a:extLst>
          </p:cNvPr>
          <p:cNvSpPr>
            <a:spLocks noGrp="1"/>
          </p:cNvSpPr>
          <p:nvPr>
            <p:ph type="body" sz="quarter" idx="16"/>
          </p:nvPr>
        </p:nvSpPr>
        <p:spPr>
          <a:xfrm>
            <a:off x="594360" y="4990012"/>
            <a:ext cx="6929668" cy="1145612"/>
          </a:xfrm>
        </p:spPr>
        <p:txBody>
          <a:bodyPr anchor="b"/>
          <a:lstStyle>
            <a:lvl1pPr algn="r">
              <a:spcBef>
                <a:spcPts val="0"/>
              </a:spcBef>
              <a:spcAft>
                <a:spcPts val="1200"/>
              </a:spcAft>
              <a:defRPr sz="1900" b="1" cap="all" baseline="0">
                <a:solidFill>
                  <a:schemeClr val="accent1"/>
                </a:solidFill>
              </a:defRPr>
            </a:lvl1pPr>
            <a:lvl2pPr marL="0" indent="0" algn="r">
              <a:lnSpc>
                <a:spcPct val="70000"/>
              </a:lnSpc>
              <a:spcBef>
                <a:spcPts val="0"/>
              </a:spcBef>
              <a:buNone/>
              <a:defRPr sz="1800"/>
            </a:lvl2pPr>
            <a:lvl3pPr marL="182871" indent="0" algn="r">
              <a:buNone/>
              <a:defRPr/>
            </a:lvl3pPr>
            <a:lvl4pPr algn="r">
              <a:defRPr/>
            </a:lvl4pPr>
            <a:lvl5pPr algn="r">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79133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Quote and Picture over Color Background">
    <p:bg>
      <p:bgPr>
        <a:solidFill>
          <a:schemeClr val="accent6"/>
        </a:solidFill>
        <a:effectLst/>
      </p:bgPr>
    </p:bg>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E40B73C0-32B1-02E6-08AC-6843E5DFE73E}"/>
              </a:ext>
            </a:extLst>
          </p:cNvPr>
          <p:cNvSpPr>
            <a:spLocks noGrp="1"/>
          </p:cNvSpPr>
          <p:nvPr>
            <p:ph type="pic" sz="quarter" idx="12"/>
          </p:nvPr>
        </p:nvSpPr>
        <p:spPr>
          <a:xfrm>
            <a:off x="8159261" y="0"/>
            <a:ext cx="4061908" cy="6858000"/>
          </a:xfrm>
          <a:prstGeom prst="rect">
            <a:avLst/>
          </a:prstGeom>
          <a:solidFill>
            <a:schemeClr val="accent6">
              <a:lumMod val="20000"/>
              <a:lumOff val="80000"/>
            </a:schemeClr>
          </a:solidFill>
        </p:spPr>
        <p:txBody>
          <a:bodyPr anchor="ctr" anchorCtr="0"/>
          <a:lstStyle>
            <a:lvl1pPr marL="0" indent="0" algn="ctr">
              <a:buNone/>
              <a:defRPr b="0" i="0"/>
            </a:lvl1pPr>
          </a:lstStyle>
          <a:p>
            <a:endParaRPr lang="en-US"/>
          </a:p>
        </p:txBody>
      </p:sp>
      <p:sp>
        <p:nvSpPr>
          <p:cNvPr id="2" name="Footer Placeholder 1">
            <a:extLst>
              <a:ext uri="{FF2B5EF4-FFF2-40B4-BE49-F238E27FC236}">
                <a16:creationId xmlns:a16="http://schemas.microsoft.com/office/drawing/2014/main" id="{817FA129-3605-FEE2-2F8A-D616EDEEAE5A}"/>
              </a:ext>
            </a:extLst>
          </p:cNvPr>
          <p:cNvSpPr>
            <a:spLocks noGrp="1"/>
          </p:cNvSpPr>
          <p:nvPr>
            <p:ph type="ftr" sz="quarter" idx="13"/>
          </p:nvPr>
        </p:nvSpPr>
        <p:spPr/>
        <p:txBody>
          <a:bodyPr/>
          <a:lstStyle>
            <a:lvl1pPr>
              <a:defRPr>
                <a:solidFill>
                  <a:schemeClr val="bg1"/>
                </a:solidFill>
              </a:defRPr>
            </a:lvl1pPr>
          </a:lstStyle>
          <a:p>
            <a:r>
              <a:rPr lang="en-US"/>
              <a:t>Company Confidential  © 2024 Eli Lilly and Company</a:t>
            </a:r>
          </a:p>
        </p:txBody>
      </p:sp>
      <p:sp>
        <p:nvSpPr>
          <p:cNvPr id="5" name="Slide Number Placeholder 4">
            <a:extLst>
              <a:ext uri="{FF2B5EF4-FFF2-40B4-BE49-F238E27FC236}">
                <a16:creationId xmlns:a16="http://schemas.microsoft.com/office/drawing/2014/main" id="{2424C182-D9F8-27AC-F250-1D85B7E20558}"/>
              </a:ext>
            </a:extLst>
          </p:cNvPr>
          <p:cNvSpPr>
            <a:spLocks noGrp="1"/>
          </p:cNvSpPr>
          <p:nvPr>
            <p:ph type="sldNum" idx="14"/>
          </p:nvPr>
        </p:nvSpPr>
        <p:spPr/>
        <p:txBody>
          <a:bodyPr/>
          <a:lstStyle>
            <a:lvl1pPr>
              <a:defRPr>
                <a:solidFill>
                  <a:schemeClr val="bg1"/>
                </a:solidFill>
              </a:defRPr>
            </a:lvl1pPr>
          </a:lstStyle>
          <a:p>
            <a:fld id="{00000000-1234-1234-1234-123412341234}" type="slidenum">
              <a:rPr lang="en" smtClean="0"/>
              <a:pPr/>
              <a:t>‹#›</a:t>
            </a:fld>
            <a:endParaRPr lang="en"/>
          </a:p>
        </p:txBody>
      </p:sp>
      <p:sp>
        <p:nvSpPr>
          <p:cNvPr id="10" name="Text Placeholder 9">
            <a:extLst>
              <a:ext uri="{FF2B5EF4-FFF2-40B4-BE49-F238E27FC236}">
                <a16:creationId xmlns:a16="http://schemas.microsoft.com/office/drawing/2014/main" id="{92A25D06-584F-5760-A7B3-2D8DEB977E40}"/>
              </a:ext>
            </a:extLst>
          </p:cNvPr>
          <p:cNvSpPr>
            <a:spLocks noGrp="1"/>
          </p:cNvSpPr>
          <p:nvPr>
            <p:ph type="body" sz="quarter" idx="15"/>
          </p:nvPr>
        </p:nvSpPr>
        <p:spPr>
          <a:xfrm>
            <a:off x="457200" y="722376"/>
            <a:ext cx="7066828" cy="4006642"/>
          </a:xfrm>
        </p:spPr>
        <p:txBody>
          <a:bodyPr>
            <a:noAutofit/>
          </a:bodyPr>
          <a:lstStyle>
            <a:lvl1pPr marL="320040" indent="-228600">
              <a:lnSpc>
                <a:spcPct val="68000"/>
              </a:lnSpc>
              <a:spcBef>
                <a:spcPts val="1800"/>
              </a:spcBef>
              <a:buNone/>
              <a:defRPr sz="5300" b="0" i="0" kern="100" spc="-200">
                <a:solidFill>
                  <a:schemeClr val="bg2"/>
                </a:solidFill>
                <a:latin typeface="Times New Roman" panose="02020603050405020304" pitchFamily="18" charset="0"/>
              </a:defRPr>
            </a:lvl1pPr>
            <a:lvl2pPr marL="548640" indent="-228600">
              <a:lnSpc>
                <a:spcPct val="68000"/>
              </a:lnSpc>
              <a:spcBef>
                <a:spcPts val="1600"/>
              </a:spcBef>
              <a:buFont typeface="Arial" panose="020B0604020202020204" pitchFamily="34" charset="0"/>
              <a:buChar char="−"/>
              <a:defRPr sz="4400" b="0" i="0" kern="100" spc="-200">
                <a:solidFill>
                  <a:schemeClr val="bg2"/>
                </a:solidFill>
                <a:latin typeface="Times New Roman" panose="02020603050405020304" pitchFamily="18" charset="0"/>
              </a:defRPr>
            </a:lvl2pPr>
            <a:lvl3pPr marL="182871" indent="0">
              <a:lnSpc>
                <a:spcPts val="1440"/>
              </a:lnSpc>
              <a:spcBef>
                <a:spcPts val="800"/>
              </a:spcBef>
              <a:buNone/>
              <a:defRPr sz="1200"/>
            </a:lvl3pPr>
            <a:lvl4pPr marL="548640" indent="-182880">
              <a:lnSpc>
                <a:spcPts val="1440"/>
              </a:lnSpc>
              <a:spcBef>
                <a:spcPts val="600"/>
              </a:spcBef>
              <a:defRPr sz="1200"/>
            </a:lvl4pPr>
            <a:lvl5pPr marL="731520" indent="-182880">
              <a:lnSpc>
                <a:spcPts val="1440"/>
              </a:lnSpc>
              <a:spcBef>
                <a:spcPts val="400"/>
              </a:spcBef>
              <a:defRPr sz="1200"/>
            </a:lvl5pPr>
          </a:lstStyle>
          <a:p>
            <a:pPr lvl="0"/>
            <a:r>
              <a:rPr lang="en-US"/>
              <a:t>Click to edit Master text styles</a:t>
            </a:r>
          </a:p>
          <a:p>
            <a:pPr lvl="1"/>
            <a:r>
              <a:rPr lang="en-US"/>
              <a:t>Second level</a:t>
            </a:r>
          </a:p>
        </p:txBody>
      </p:sp>
      <p:sp>
        <p:nvSpPr>
          <p:cNvPr id="9" name="Text Placeholder 8">
            <a:extLst>
              <a:ext uri="{FF2B5EF4-FFF2-40B4-BE49-F238E27FC236}">
                <a16:creationId xmlns:a16="http://schemas.microsoft.com/office/drawing/2014/main" id="{C3688D7C-1245-BF05-95E9-099C0FD3DF8E}"/>
              </a:ext>
            </a:extLst>
          </p:cNvPr>
          <p:cNvSpPr>
            <a:spLocks noGrp="1"/>
          </p:cNvSpPr>
          <p:nvPr>
            <p:ph type="body" sz="quarter" idx="16"/>
          </p:nvPr>
        </p:nvSpPr>
        <p:spPr>
          <a:xfrm>
            <a:off x="594360" y="4990012"/>
            <a:ext cx="6929668" cy="1145612"/>
          </a:xfrm>
        </p:spPr>
        <p:txBody>
          <a:bodyPr anchor="b"/>
          <a:lstStyle>
            <a:lvl1pPr algn="r">
              <a:spcBef>
                <a:spcPts val="0"/>
              </a:spcBef>
              <a:spcAft>
                <a:spcPts val="1200"/>
              </a:spcAft>
              <a:defRPr sz="1900" b="1" cap="all" baseline="0">
                <a:solidFill>
                  <a:schemeClr val="bg2"/>
                </a:solidFill>
              </a:defRPr>
            </a:lvl1pPr>
            <a:lvl2pPr marL="0" indent="0" algn="r">
              <a:lnSpc>
                <a:spcPct val="70000"/>
              </a:lnSpc>
              <a:spcBef>
                <a:spcPts val="0"/>
              </a:spcBef>
              <a:buNone/>
              <a:defRPr sz="1800">
                <a:solidFill>
                  <a:schemeClr val="bg2"/>
                </a:solidFill>
              </a:defRPr>
            </a:lvl2pPr>
            <a:lvl3pPr marL="182871" indent="0" algn="r">
              <a:buNone/>
              <a:defRPr/>
            </a:lvl3pPr>
            <a:lvl4pPr algn="r">
              <a:defRPr/>
            </a:lvl4pPr>
            <a:lvl5pPr algn="r">
              <a:defRPr/>
            </a:lvl5pPr>
          </a:lstStyle>
          <a:p>
            <a:pPr lvl="0"/>
            <a:r>
              <a:rPr lang="en-US"/>
              <a:t>Click to edit Master text styles</a:t>
            </a:r>
          </a:p>
          <a:p>
            <a:pPr lvl="1"/>
            <a:r>
              <a:rPr lang="en-US"/>
              <a:t>Second level</a:t>
            </a:r>
          </a:p>
        </p:txBody>
      </p:sp>
      <p:pic>
        <p:nvPicPr>
          <p:cNvPr id="12" name="Graphic 11" descr="Lilly Logo">
            <a:extLst>
              <a:ext uri="{FF2B5EF4-FFF2-40B4-BE49-F238E27FC236}">
                <a16:creationId xmlns:a16="http://schemas.microsoft.com/office/drawing/2014/main" id="{57AA9D94-46CD-6D4B-3C13-1B8BB317CE1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504030371"/>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Lilly Script Logo on Light Background">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D3E22E6C-9A8A-E612-CB10-5F586CD9DB5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220486" y="1855351"/>
            <a:ext cx="5759825" cy="3145536"/>
          </a:xfrm>
          <a:prstGeom prst="rect">
            <a:avLst/>
          </a:prstGeom>
        </p:spPr>
      </p:pic>
    </p:spTree>
    <p:extLst>
      <p:ext uri="{BB962C8B-B14F-4D97-AF65-F5344CB8AC3E}">
        <p14:creationId xmlns:p14="http://schemas.microsoft.com/office/powerpoint/2010/main" val="280911672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Lilly Script Logo on Dark Background">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511BF0-FFC8-4F2F-0FB4-80139E7028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220486" y="1855351"/>
            <a:ext cx="5759825" cy="3145536"/>
          </a:xfrm>
          <a:prstGeom prst="rect">
            <a:avLst/>
          </a:prstGeom>
        </p:spPr>
      </p:pic>
    </p:spTree>
    <p:extLst>
      <p:ext uri="{BB962C8B-B14F-4D97-AF65-F5344CB8AC3E}">
        <p14:creationId xmlns:p14="http://schemas.microsoft.com/office/powerpoint/2010/main" val="3963175107"/>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Lilly AMC Vertical Lockup on Light Background">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C58687D6-21CA-9E97-A869-9175E8FC2D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749550" y="1924050"/>
            <a:ext cx="6692900" cy="3009900"/>
          </a:xfrm>
          <a:prstGeom prst="rect">
            <a:avLst/>
          </a:prstGeom>
        </p:spPr>
      </p:pic>
    </p:spTree>
    <p:extLst>
      <p:ext uri="{BB962C8B-B14F-4D97-AF65-F5344CB8AC3E}">
        <p14:creationId xmlns:p14="http://schemas.microsoft.com/office/powerpoint/2010/main" val="3758680919"/>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Lilly AMC Vertical Lockup on Dark Background">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689AA62-884F-5503-10FE-F102255B9C9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749550" y="1924050"/>
            <a:ext cx="6692900" cy="3009900"/>
          </a:xfrm>
          <a:prstGeom prst="rect">
            <a:avLst/>
          </a:prstGeom>
        </p:spPr>
      </p:pic>
    </p:spTree>
    <p:extLst>
      <p:ext uri="{BB962C8B-B14F-4D97-AF65-F5344CB8AC3E}">
        <p14:creationId xmlns:p14="http://schemas.microsoft.com/office/powerpoint/2010/main" val="124412027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Lilly AMC Horizontal Lockup on Light Background">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014A565-5CFE-EEEF-9242-F9F55A73D78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709929" y="2596896"/>
            <a:ext cx="8769094" cy="1665018"/>
          </a:xfrm>
          <a:prstGeom prst="rect">
            <a:avLst/>
          </a:prstGeom>
        </p:spPr>
      </p:pic>
    </p:spTree>
    <p:extLst>
      <p:ext uri="{BB962C8B-B14F-4D97-AF65-F5344CB8AC3E}">
        <p14:creationId xmlns:p14="http://schemas.microsoft.com/office/powerpoint/2010/main" val="150960003"/>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Lilly AMC Horizontal Lockup on Dark Background">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19B9881-6D87-F82C-9EC5-8C94F5CEC27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709929" y="2596896"/>
            <a:ext cx="8769094" cy="1665018"/>
          </a:xfrm>
          <a:prstGeom prst="rect">
            <a:avLst/>
          </a:prstGeom>
        </p:spPr>
      </p:pic>
    </p:spTree>
    <p:extLst>
      <p:ext uri="{BB962C8B-B14F-4D97-AF65-F5344CB8AC3E}">
        <p14:creationId xmlns:p14="http://schemas.microsoft.com/office/powerpoint/2010/main" val="3167497529"/>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matchingName="Blank" preserve="1">
  <p:cSld name="Blank">
    <p:spTree>
      <p:nvGrpSpPr>
        <p:cNvPr id="1" name="Shape 961"/>
        <p:cNvGrpSpPr/>
        <p:nvPr/>
      </p:nvGrpSpPr>
      <p:grpSpPr>
        <a:xfrm>
          <a:off x="0" y="0"/>
          <a:ext cx="0" cy="0"/>
          <a:chOff x="0" y="0"/>
          <a:chExt cx="0" cy="0"/>
        </a:xfrm>
      </p:grpSpPr>
    </p:spTree>
    <p:extLst>
      <p:ext uri="{BB962C8B-B14F-4D97-AF65-F5344CB8AC3E}">
        <p14:creationId xmlns:p14="http://schemas.microsoft.com/office/powerpoint/2010/main" val="38936572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matchingName="Thank you" preserve="1">
  <p:cSld name="Thank you">
    <p:bg>
      <p:bgPr>
        <a:solidFill>
          <a:schemeClr val="accent1"/>
        </a:solidFill>
        <a:effectLst/>
      </p:bgPr>
    </p:bg>
    <p:spTree>
      <p:nvGrpSpPr>
        <p:cNvPr id="1" name="Shape 959"/>
        <p:cNvGrpSpPr/>
        <p:nvPr/>
      </p:nvGrpSpPr>
      <p:grpSpPr>
        <a:xfrm>
          <a:off x="0" y="0"/>
          <a:ext cx="0" cy="0"/>
          <a:chOff x="0" y="0"/>
          <a:chExt cx="0" cy="0"/>
        </a:xfrm>
      </p:grpSpPr>
      <p:grpSp>
        <p:nvGrpSpPr>
          <p:cNvPr id="3" name="Group 2">
            <a:extLst>
              <a:ext uri="{FF2B5EF4-FFF2-40B4-BE49-F238E27FC236}">
                <a16:creationId xmlns:a16="http://schemas.microsoft.com/office/drawing/2014/main" id="{37A6BB7C-472B-E741-A8E9-28276611E82F}"/>
              </a:ext>
            </a:extLst>
          </p:cNvPr>
          <p:cNvGrpSpPr/>
          <p:nvPr userDrawn="1"/>
        </p:nvGrpSpPr>
        <p:grpSpPr>
          <a:xfrm>
            <a:off x="1818578" y="1034171"/>
            <a:ext cx="8869571" cy="4780301"/>
            <a:chOff x="1073328" y="775628"/>
            <a:chExt cx="6652178" cy="3585226"/>
          </a:xfrm>
        </p:grpSpPr>
        <p:sp>
          <p:nvSpPr>
            <p:cNvPr id="2" name="TextBox 1">
              <a:extLst>
                <a:ext uri="{FF2B5EF4-FFF2-40B4-BE49-F238E27FC236}">
                  <a16:creationId xmlns:a16="http://schemas.microsoft.com/office/drawing/2014/main" id="{376A4C34-B060-6A45-A415-A863572E7CCB}"/>
                </a:ext>
              </a:extLst>
            </p:cNvPr>
            <p:cNvSpPr txBox="1"/>
            <p:nvPr userDrawn="1"/>
          </p:nvSpPr>
          <p:spPr>
            <a:xfrm>
              <a:off x="1073328" y="775628"/>
              <a:ext cx="5744361" cy="2431339"/>
            </a:xfrm>
            <a:prstGeom prst="rect">
              <a:avLst/>
            </a:prstGeom>
            <a:noFill/>
          </p:spPr>
          <p:txBody>
            <a:bodyPr wrap="none" lIns="0" tIns="0" rIns="0" bIns="0" rtlCol="0">
              <a:spAutoFit/>
            </a:bodyPr>
            <a:lstStyle/>
            <a:p>
              <a:r>
                <a:rPr lang="en-US" sz="21066" b="1" i="0">
                  <a:solidFill>
                    <a:schemeClr val="tx1"/>
                  </a:solidFill>
                  <a:latin typeface="Times New Roman" panose="02020603050405020304" pitchFamily="18" charset="0"/>
                </a:rPr>
                <a:t>Thank</a:t>
              </a:r>
            </a:p>
          </p:txBody>
        </p:sp>
        <p:sp>
          <p:nvSpPr>
            <p:cNvPr id="4" name="TextBox 3">
              <a:extLst>
                <a:ext uri="{FF2B5EF4-FFF2-40B4-BE49-F238E27FC236}">
                  <a16:creationId xmlns:a16="http://schemas.microsoft.com/office/drawing/2014/main" id="{15743AC7-ACB7-BA4B-926B-0F389F33FE1B}"/>
                </a:ext>
              </a:extLst>
            </p:cNvPr>
            <p:cNvSpPr txBox="1"/>
            <p:nvPr userDrawn="1"/>
          </p:nvSpPr>
          <p:spPr>
            <a:xfrm>
              <a:off x="4571998" y="1929515"/>
              <a:ext cx="3153508" cy="2431339"/>
            </a:xfrm>
            <a:prstGeom prst="rect">
              <a:avLst/>
            </a:prstGeom>
            <a:noFill/>
          </p:spPr>
          <p:txBody>
            <a:bodyPr wrap="none" lIns="0" tIns="0" rIns="0" bIns="0" rtlCol="0">
              <a:spAutoFit/>
            </a:bodyPr>
            <a:lstStyle/>
            <a:p>
              <a:r>
                <a:rPr lang="en-US" sz="21066" b="1" i="0">
                  <a:solidFill>
                    <a:schemeClr val="tx1"/>
                  </a:solidFill>
                  <a:latin typeface="Times New Roman" panose="02020603050405020304" pitchFamily="18" charset="0"/>
                </a:rPr>
                <a:t>you</a:t>
              </a:r>
            </a:p>
          </p:txBody>
        </p:sp>
      </p:grpSp>
      <p:sp>
        <p:nvSpPr>
          <p:cNvPr id="9" name="Footer Placeholder 8">
            <a:extLst>
              <a:ext uri="{FF2B5EF4-FFF2-40B4-BE49-F238E27FC236}">
                <a16:creationId xmlns:a16="http://schemas.microsoft.com/office/drawing/2014/main" id="{01110F0B-57F1-A6ED-09EC-04C0F42B0EF2}"/>
              </a:ext>
            </a:extLst>
          </p:cNvPr>
          <p:cNvSpPr>
            <a:spLocks noGrp="1"/>
          </p:cNvSpPr>
          <p:nvPr>
            <p:ph type="ftr" sz="quarter" idx="10"/>
          </p:nvPr>
        </p:nvSpPr>
        <p:spPr>
          <a:xfrm>
            <a:off x="609600" y="6181196"/>
            <a:ext cx="10972800" cy="228885"/>
          </a:xfrm>
        </p:spPr>
        <p:txBody>
          <a:bodyPr/>
          <a:lstStyle>
            <a:lvl1pPr algn="ctr">
              <a:defRPr sz="1067" b="1" i="0">
                <a:latin typeface="Arial Black" panose="020B0604020202020204" pitchFamily="34" charset="0"/>
              </a:defRPr>
            </a:lvl1pPr>
          </a:lstStyle>
          <a:p>
            <a:r>
              <a:rPr lang="en-US"/>
              <a:t>Company Confidential  © 2024 Eli Lilly and Company</a:t>
            </a:r>
          </a:p>
        </p:txBody>
      </p:sp>
    </p:spTree>
    <p:extLst>
      <p:ext uri="{BB962C8B-B14F-4D97-AF65-F5344CB8AC3E}">
        <p14:creationId xmlns:p14="http://schemas.microsoft.com/office/powerpoint/2010/main" val="2119904605"/>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White" preserve="1">
  <p:cSld name="White">
    <p:spTree>
      <p:nvGrpSpPr>
        <p:cNvPr id="1" name="Shape 57"/>
        <p:cNvGrpSpPr/>
        <p:nvPr/>
      </p:nvGrpSpPr>
      <p:grpSpPr>
        <a:xfrm>
          <a:off x="0" y="0"/>
          <a:ext cx="0" cy="0"/>
          <a:chOff x="0" y="0"/>
          <a:chExt cx="0" cy="0"/>
        </a:xfrm>
      </p:grpSpPr>
      <p:sp>
        <p:nvSpPr>
          <p:cNvPr id="3" name="Footer Placeholder 2">
            <a:extLst>
              <a:ext uri="{FF2B5EF4-FFF2-40B4-BE49-F238E27FC236}">
                <a16:creationId xmlns:a16="http://schemas.microsoft.com/office/drawing/2014/main" id="{7243D0F9-0884-8DD7-D8CF-269A5589E5C4}"/>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AD4B0633-3E0D-462A-BC82-159B256F9608}"/>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71024657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Number 1 and Title">
    <p:bg>
      <p:bgPr>
        <a:solidFill>
          <a:schemeClr val="bg2"/>
        </a:solidFill>
        <a:effectLst/>
      </p:bgPr>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7CA46359-578F-5BD5-8F60-868EF995C4D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852783" y="728357"/>
            <a:ext cx="2578607" cy="5140251"/>
          </a:xfrm>
          <a:prstGeom prst="rect">
            <a:avLst/>
          </a:prstGeom>
        </p:spPr>
      </p:pic>
      <p:sp>
        <p:nvSpPr>
          <p:cNvPr id="5" name="Footer Placeholder 4">
            <a:extLst>
              <a:ext uri="{FF2B5EF4-FFF2-40B4-BE49-F238E27FC236}">
                <a16:creationId xmlns:a16="http://schemas.microsoft.com/office/drawing/2014/main" id="{E490119D-777B-13E5-733E-F07D898A913D}"/>
              </a:ext>
            </a:extLst>
          </p:cNvPr>
          <p:cNvSpPr>
            <a:spLocks noGrp="1"/>
          </p:cNvSpPr>
          <p:nvPr>
            <p:ph type="ftr" sz="quarter" idx="10"/>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62FC3CCC-DEB2-2369-3D61-EDD7F533CBD4}"/>
              </a:ext>
            </a:extLst>
          </p:cNvPr>
          <p:cNvSpPr>
            <a:spLocks noGrp="1"/>
          </p:cNvSpPr>
          <p:nvPr>
            <p:ph type="sldNum" idx="11"/>
          </p:nvPr>
        </p:nvSpPr>
        <p:spPr/>
        <p:txBody>
          <a:bodyPr/>
          <a:lstStyle/>
          <a:p>
            <a:fld id="{00000000-1234-1234-1234-123412341234}" type="slidenum">
              <a:rPr lang="en" smtClean="0"/>
              <a:pPr/>
              <a:t>‹#›</a:t>
            </a:fld>
            <a:endParaRPr lang="en"/>
          </a:p>
        </p:txBody>
      </p:sp>
      <p:sp>
        <p:nvSpPr>
          <p:cNvPr id="9" name="Title 9">
            <a:extLst>
              <a:ext uri="{FF2B5EF4-FFF2-40B4-BE49-F238E27FC236}">
                <a16:creationId xmlns:a16="http://schemas.microsoft.com/office/drawing/2014/main" id="{8E305E80-E4EE-216E-00AE-403BE2031BF2}"/>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a:t>Click to edit Master title style</a:t>
            </a:r>
          </a:p>
        </p:txBody>
      </p:sp>
      <p:pic>
        <p:nvPicPr>
          <p:cNvPr id="3" name="Graphic 2" descr="Lilly Logo">
            <a:extLst>
              <a:ext uri="{FF2B5EF4-FFF2-40B4-BE49-F238E27FC236}">
                <a16:creationId xmlns:a16="http://schemas.microsoft.com/office/drawing/2014/main" id="{74D4CF99-BF0A-DE8F-6BB6-9F62A7AB181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53768839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Number 2 and Title">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692E1C-4E3D-00C0-D25E-FE1D56BBE16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526280" y="704088"/>
            <a:ext cx="3054095" cy="5141061"/>
          </a:xfrm>
          <a:prstGeom prst="rect">
            <a:avLst/>
          </a:prstGeom>
        </p:spPr>
      </p:pic>
      <p:sp>
        <p:nvSpPr>
          <p:cNvPr id="5" name="Footer Placeholder 4">
            <a:extLst>
              <a:ext uri="{FF2B5EF4-FFF2-40B4-BE49-F238E27FC236}">
                <a16:creationId xmlns:a16="http://schemas.microsoft.com/office/drawing/2014/main" id="{E490119D-777B-13E5-733E-F07D898A913D}"/>
              </a:ext>
            </a:extLst>
          </p:cNvPr>
          <p:cNvSpPr>
            <a:spLocks noGrp="1"/>
          </p:cNvSpPr>
          <p:nvPr>
            <p:ph type="ftr" sz="quarter" idx="10"/>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62FC3CCC-DEB2-2369-3D61-EDD7F533CBD4}"/>
              </a:ext>
            </a:extLst>
          </p:cNvPr>
          <p:cNvSpPr>
            <a:spLocks noGrp="1"/>
          </p:cNvSpPr>
          <p:nvPr>
            <p:ph type="sldNum" idx="11"/>
          </p:nvPr>
        </p:nvSpPr>
        <p:spPr/>
        <p:txBody>
          <a:bodyPr/>
          <a:lstStyle/>
          <a:p>
            <a:fld id="{00000000-1234-1234-1234-123412341234}" type="slidenum">
              <a:rPr lang="en" smtClean="0"/>
              <a:pPr/>
              <a:t>‹#›</a:t>
            </a:fld>
            <a:endParaRPr lang="en"/>
          </a:p>
        </p:txBody>
      </p:sp>
      <p:sp>
        <p:nvSpPr>
          <p:cNvPr id="9" name="Title 9">
            <a:extLst>
              <a:ext uri="{FF2B5EF4-FFF2-40B4-BE49-F238E27FC236}">
                <a16:creationId xmlns:a16="http://schemas.microsoft.com/office/drawing/2014/main" id="{8E305E80-E4EE-216E-00AE-403BE2031BF2}"/>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a:t>Click to edit Master title style</a:t>
            </a:r>
          </a:p>
        </p:txBody>
      </p:sp>
      <p:pic>
        <p:nvPicPr>
          <p:cNvPr id="4" name="Graphic 3" descr="Lilly Logo">
            <a:extLst>
              <a:ext uri="{FF2B5EF4-FFF2-40B4-BE49-F238E27FC236}">
                <a16:creationId xmlns:a16="http://schemas.microsoft.com/office/drawing/2014/main" id="{A6DFE348-1BF6-AEA9-D7AF-07268B0F894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429254459"/>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Number 3 and Title">
    <p:bg>
      <p:bgPr>
        <a:solidFill>
          <a:schemeClr val="bg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198A3B9-0DEF-9029-2E7F-60000E6AFBF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480560" y="466344"/>
            <a:ext cx="3246120" cy="5754870"/>
          </a:xfrm>
          <a:prstGeom prst="rect">
            <a:avLst/>
          </a:prstGeom>
        </p:spPr>
      </p:pic>
      <p:sp>
        <p:nvSpPr>
          <p:cNvPr id="5" name="Footer Placeholder 4">
            <a:extLst>
              <a:ext uri="{FF2B5EF4-FFF2-40B4-BE49-F238E27FC236}">
                <a16:creationId xmlns:a16="http://schemas.microsoft.com/office/drawing/2014/main" id="{23A22FAC-E206-554E-2BBA-F0DD66885CE7}"/>
              </a:ext>
            </a:extLst>
          </p:cNvPr>
          <p:cNvSpPr>
            <a:spLocks noGrp="1"/>
          </p:cNvSpPr>
          <p:nvPr>
            <p:ph type="ftr" sz="quarter" idx="10"/>
          </p:nvPr>
        </p:nvSpPr>
        <p:spPr/>
        <p:txBody>
          <a:bodyPr/>
          <a:lstStyle/>
          <a:p>
            <a:r>
              <a:rPr lang="en-US"/>
              <a:t>Company Confidential  © 2024 Eli Lilly and Company</a:t>
            </a:r>
          </a:p>
        </p:txBody>
      </p:sp>
      <p:sp>
        <p:nvSpPr>
          <p:cNvPr id="7" name="Slide Number Placeholder 6">
            <a:extLst>
              <a:ext uri="{FF2B5EF4-FFF2-40B4-BE49-F238E27FC236}">
                <a16:creationId xmlns:a16="http://schemas.microsoft.com/office/drawing/2014/main" id="{CDCE4390-8345-7954-6324-E604264933B4}"/>
              </a:ext>
            </a:extLst>
          </p:cNvPr>
          <p:cNvSpPr>
            <a:spLocks noGrp="1"/>
          </p:cNvSpPr>
          <p:nvPr>
            <p:ph type="sldNum" idx="11"/>
          </p:nvPr>
        </p:nvSpPr>
        <p:spPr/>
        <p:txBody>
          <a:bodyPr/>
          <a:lstStyle/>
          <a:p>
            <a:fld id="{00000000-1234-1234-1234-123412341234}" type="slidenum">
              <a:rPr lang="en" smtClean="0"/>
              <a:pPr/>
              <a:t>‹#›</a:t>
            </a:fld>
            <a:endParaRPr lang="en"/>
          </a:p>
        </p:txBody>
      </p:sp>
      <p:sp>
        <p:nvSpPr>
          <p:cNvPr id="9" name="Title 9">
            <a:extLst>
              <a:ext uri="{FF2B5EF4-FFF2-40B4-BE49-F238E27FC236}">
                <a16:creationId xmlns:a16="http://schemas.microsoft.com/office/drawing/2014/main" id="{547C276B-8B64-FCF9-C52B-C6F58BE801B5}"/>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a:t>Click to edit Master title style</a:t>
            </a:r>
          </a:p>
        </p:txBody>
      </p:sp>
      <p:pic>
        <p:nvPicPr>
          <p:cNvPr id="3" name="Graphic 2" descr="Lilly Logo">
            <a:extLst>
              <a:ext uri="{FF2B5EF4-FFF2-40B4-BE49-F238E27FC236}">
                <a16:creationId xmlns:a16="http://schemas.microsoft.com/office/drawing/2014/main" id="{5E196520-EE12-AFA5-7D7F-9947CA87F06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749858488"/>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Number 4 and Title">
    <p:bg>
      <p:bgPr>
        <a:solidFill>
          <a:schemeClr val="bg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D36A0F4-8633-41A7-463F-51E1BAB2ACF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361688" y="502920"/>
            <a:ext cx="3493007" cy="5663420"/>
          </a:xfrm>
          <a:prstGeom prst="rect">
            <a:avLst/>
          </a:prstGeom>
        </p:spPr>
      </p:pic>
      <p:sp>
        <p:nvSpPr>
          <p:cNvPr id="10" name="Footer Placeholder 9">
            <a:extLst>
              <a:ext uri="{FF2B5EF4-FFF2-40B4-BE49-F238E27FC236}">
                <a16:creationId xmlns:a16="http://schemas.microsoft.com/office/drawing/2014/main" id="{7C53B84B-E35A-BB1F-E8FD-4E3CEA6A6490}"/>
              </a:ext>
            </a:extLst>
          </p:cNvPr>
          <p:cNvSpPr>
            <a:spLocks noGrp="1"/>
          </p:cNvSpPr>
          <p:nvPr>
            <p:ph type="ftr" sz="quarter" idx="10"/>
          </p:nvPr>
        </p:nvSpPr>
        <p:spPr/>
        <p:txBody>
          <a:bodyPr/>
          <a:lstStyle/>
          <a:p>
            <a:r>
              <a:rPr lang="en-US"/>
              <a:t>Company Confidential  © 2024 Eli Lilly and Company</a:t>
            </a:r>
          </a:p>
        </p:txBody>
      </p:sp>
      <p:sp>
        <p:nvSpPr>
          <p:cNvPr id="11" name="Slide Number Placeholder 10">
            <a:extLst>
              <a:ext uri="{FF2B5EF4-FFF2-40B4-BE49-F238E27FC236}">
                <a16:creationId xmlns:a16="http://schemas.microsoft.com/office/drawing/2014/main" id="{8571CEA6-7F4E-1833-E6FB-29542C5FA358}"/>
              </a:ext>
            </a:extLst>
          </p:cNvPr>
          <p:cNvSpPr>
            <a:spLocks noGrp="1"/>
          </p:cNvSpPr>
          <p:nvPr>
            <p:ph type="sldNum" idx="11"/>
          </p:nvPr>
        </p:nvSpPr>
        <p:spPr/>
        <p:txBody>
          <a:bodyPr/>
          <a:lstStyle/>
          <a:p>
            <a:fld id="{00000000-1234-1234-1234-123412341234}" type="slidenum">
              <a:rPr lang="en" smtClean="0"/>
              <a:pPr/>
              <a:t>‹#›</a:t>
            </a:fld>
            <a:endParaRPr lang="en"/>
          </a:p>
        </p:txBody>
      </p:sp>
      <p:sp>
        <p:nvSpPr>
          <p:cNvPr id="12" name="Title 9">
            <a:extLst>
              <a:ext uri="{FF2B5EF4-FFF2-40B4-BE49-F238E27FC236}">
                <a16:creationId xmlns:a16="http://schemas.microsoft.com/office/drawing/2014/main" id="{4A59F95A-499B-0850-39CF-45FDB939CBD3}"/>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a:t>Click to edit Master title style</a:t>
            </a:r>
          </a:p>
        </p:txBody>
      </p:sp>
      <p:pic>
        <p:nvPicPr>
          <p:cNvPr id="3" name="Graphic 2" descr="Lilly Logo">
            <a:extLst>
              <a:ext uri="{FF2B5EF4-FFF2-40B4-BE49-F238E27FC236}">
                <a16:creationId xmlns:a16="http://schemas.microsoft.com/office/drawing/2014/main" id="{9E6A4090-FA35-6BB5-F5BA-0B6FB5ACC96D}"/>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48195884"/>
      </p:ext>
    </p:extLst>
  </p:cSld>
  <p:clrMapOvr>
    <a:overrideClrMapping bg1="dk1" tx1="lt1" bg2="dk2" tx2="lt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Number 5 and Title">
    <p:bg>
      <p:bgRef idx="1001">
        <a:schemeClr val="bg2"/>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3CDBFF2-D5FE-8BB3-0FB6-2AF9355E7CC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672584" y="594360"/>
            <a:ext cx="2898647" cy="5670162"/>
          </a:xfrm>
          <a:prstGeom prst="rect">
            <a:avLst/>
          </a:prstGeom>
        </p:spPr>
      </p:pic>
      <p:sp>
        <p:nvSpPr>
          <p:cNvPr id="10" name="Footer Placeholder 9">
            <a:extLst>
              <a:ext uri="{FF2B5EF4-FFF2-40B4-BE49-F238E27FC236}">
                <a16:creationId xmlns:a16="http://schemas.microsoft.com/office/drawing/2014/main" id="{6FEB92B3-E79D-ABC7-DB74-319045C59A56}"/>
              </a:ext>
            </a:extLst>
          </p:cNvPr>
          <p:cNvSpPr>
            <a:spLocks noGrp="1"/>
          </p:cNvSpPr>
          <p:nvPr>
            <p:ph type="ftr" sz="quarter" idx="10"/>
          </p:nvPr>
        </p:nvSpPr>
        <p:spPr/>
        <p:txBody>
          <a:bodyPr/>
          <a:lstStyle/>
          <a:p>
            <a:r>
              <a:rPr lang="en-US"/>
              <a:t>Company Confidential  © 2024 Eli Lilly and Company</a:t>
            </a:r>
          </a:p>
        </p:txBody>
      </p:sp>
      <p:sp>
        <p:nvSpPr>
          <p:cNvPr id="11" name="Slide Number Placeholder 10">
            <a:extLst>
              <a:ext uri="{FF2B5EF4-FFF2-40B4-BE49-F238E27FC236}">
                <a16:creationId xmlns:a16="http://schemas.microsoft.com/office/drawing/2014/main" id="{0451E03F-70A5-AB50-A50F-8BE1921D3F37}"/>
              </a:ext>
            </a:extLst>
          </p:cNvPr>
          <p:cNvSpPr>
            <a:spLocks noGrp="1"/>
          </p:cNvSpPr>
          <p:nvPr>
            <p:ph type="sldNum" idx="11"/>
          </p:nvPr>
        </p:nvSpPr>
        <p:spPr/>
        <p:txBody>
          <a:bodyPr/>
          <a:lstStyle/>
          <a:p>
            <a:fld id="{00000000-1234-1234-1234-123412341234}" type="slidenum">
              <a:rPr lang="en" smtClean="0"/>
              <a:pPr/>
              <a:t>‹#›</a:t>
            </a:fld>
            <a:endParaRPr lang="en"/>
          </a:p>
        </p:txBody>
      </p:sp>
      <p:sp>
        <p:nvSpPr>
          <p:cNvPr id="12" name="Title 9">
            <a:extLst>
              <a:ext uri="{FF2B5EF4-FFF2-40B4-BE49-F238E27FC236}">
                <a16:creationId xmlns:a16="http://schemas.microsoft.com/office/drawing/2014/main" id="{24FDE47F-1315-6753-F25E-245DF83BE0CB}"/>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a:t>Click to edit Master title style</a:t>
            </a:r>
          </a:p>
        </p:txBody>
      </p:sp>
      <p:pic>
        <p:nvPicPr>
          <p:cNvPr id="3" name="Graphic 2" descr="Lilly Logo">
            <a:extLst>
              <a:ext uri="{FF2B5EF4-FFF2-40B4-BE49-F238E27FC236}">
                <a16:creationId xmlns:a16="http://schemas.microsoft.com/office/drawing/2014/main" id="{C6DBE7E8-6762-B803-206B-FD2904BEE1BA}"/>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33216969"/>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Number 6 and Title">
    <p:bg>
      <p:bgRef idx="1001">
        <a:schemeClr val="bg2"/>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699FAF1-DADD-43F1-8BE4-49F546D4AD3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425696" y="374904"/>
            <a:ext cx="3401567" cy="5954864"/>
          </a:xfrm>
          <a:prstGeom prst="rect">
            <a:avLst/>
          </a:prstGeom>
        </p:spPr>
      </p:pic>
      <p:sp>
        <p:nvSpPr>
          <p:cNvPr id="5" name="Footer Placeholder 4">
            <a:extLst>
              <a:ext uri="{FF2B5EF4-FFF2-40B4-BE49-F238E27FC236}">
                <a16:creationId xmlns:a16="http://schemas.microsoft.com/office/drawing/2014/main" id="{84D7F927-9CF1-8D94-D55E-C07305226C0F}"/>
              </a:ext>
            </a:extLst>
          </p:cNvPr>
          <p:cNvSpPr>
            <a:spLocks noGrp="1"/>
          </p:cNvSpPr>
          <p:nvPr>
            <p:ph type="ftr" sz="quarter" idx="10"/>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3AC5646F-C1CB-0086-CC6D-01AAA063F10B}"/>
              </a:ext>
            </a:extLst>
          </p:cNvPr>
          <p:cNvSpPr>
            <a:spLocks noGrp="1"/>
          </p:cNvSpPr>
          <p:nvPr>
            <p:ph type="sldNum" idx="11"/>
          </p:nvPr>
        </p:nvSpPr>
        <p:spPr/>
        <p:txBody>
          <a:bodyPr/>
          <a:lstStyle/>
          <a:p>
            <a:fld id="{00000000-1234-1234-1234-123412341234}" type="slidenum">
              <a:rPr lang="en" smtClean="0"/>
              <a:pPr/>
              <a:t>‹#›</a:t>
            </a:fld>
            <a:endParaRPr lang="en"/>
          </a:p>
        </p:txBody>
      </p:sp>
      <p:sp>
        <p:nvSpPr>
          <p:cNvPr id="9" name="Title 9">
            <a:extLst>
              <a:ext uri="{FF2B5EF4-FFF2-40B4-BE49-F238E27FC236}">
                <a16:creationId xmlns:a16="http://schemas.microsoft.com/office/drawing/2014/main" id="{F852F334-70B0-BB91-6BD1-938315855522}"/>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a:t>Click to edit Master title style</a:t>
            </a:r>
          </a:p>
        </p:txBody>
      </p:sp>
      <p:pic>
        <p:nvPicPr>
          <p:cNvPr id="3" name="Graphic 2" descr="Lilly Logo">
            <a:extLst>
              <a:ext uri="{FF2B5EF4-FFF2-40B4-BE49-F238E27FC236}">
                <a16:creationId xmlns:a16="http://schemas.microsoft.com/office/drawing/2014/main" id="{28A378CD-9AB4-858F-602B-14B362C1F35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770759939"/>
      </p:ext>
    </p:extLst>
  </p:cSld>
  <p:clrMapOvr>
    <a:overrideClrMapping bg1="dk1" tx1="lt1" bg2="dk2" tx2="lt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Number 7 and Title">
    <p:bg>
      <p:bgRef idx="1001">
        <a:schemeClr val="bg2"/>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CB9E668-9570-B066-B9C8-FF322BD167F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562856" y="640080"/>
            <a:ext cx="3255264" cy="5575595"/>
          </a:xfrm>
          <a:prstGeom prst="rect">
            <a:avLst/>
          </a:prstGeom>
        </p:spPr>
      </p:pic>
      <p:sp>
        <p:nvSpPr>
          <p:cNvPr id="5" name="Footer Placeholder 4">
            <a:extLst>
              <a:ext uri="{FF2B5EF4-FFF2-40B4-BE49-F238E27FC236}">
                <a16:creationId xmlns:a16="http://schemas.microsoft.com/office/drawing/2014/main" id="{AF226803-C2D9-8E86-CFEC-A49F70B071F5}"/>
              </a:ext>
            </a:extLst>
          </p:cNvPr>
          <p:cNvSpPr>
            <a:spLocks noGrp="1"/>
          </p:cNvSpPr>
          <p:nvPr>
            <p:ph type="ftr" sz="quarter" idx="10"/>
          </p:nvPr>
        </p:nvSpPr>
        <p:spPr/>
        <p:txBody>
          <a:bodyPr/>
          <a:lstStyle/>
          <a:p>
            <a:r>
              <a:rPr lang="en-US"/>
              <a:t>Company Confidential  © 2024 Eli Lilly and Company</a:t>
            </a:r>
          </a:p>
        </p:txBody>
      </p:sp>
      <p:sp>
        <p:nvSpPr>
          <p:cNvPr id="7" name="Slide Number Placeholder 6">
            <a:extLst>
              <a:ext uri="{FF2B5EF4-FFF2-40B4-BE49-F238E27FC236}">
                <a16:creationId xmlns:a16="http://schemas.microsoft.com/office/drawing/2014/main" id="{6B508287-475D-C61C-34A0-03B128987BC2}"/>
              </a:ext>
            </a:extLst>
          </p:cNvPr>
          <p:cNvSpPr>
            <a:spLocks noGrp="1"/>
          </p:cNvSpPr>
          <p:nvPr>
            <p:ph type="sldNum" idx="11"/>
          </p:nvPr>
        </p:nvSpPr>
        <p:spPr/>
        <p:txBody>
          <a:bodyPr/>
          <a:lstStyle/>
          <a:p>
            <a:fld id="{00000000-1234-1234-1234-123412341234}" type="slidenum">
              <a:rPr lang="en" smtClean="0"/>
              <a:pPr/>
              <a:t>‹#›</a:t>
            </a:fld>
            <a:endParaRPr lang="en"/>
          </a:p>
        </p:txBody>
      </p:sp>
      <p:sp>
        <p:nvSpPr>
          <p:cNvPr id="9" name="Title 9">
            <a:extLst>
              <a:ext uri="{FF2B5EF4-FFF2-40B4-BE49-F238E27FC236}">
                <a16:creationId xmlns:a16="http://schemas.microsoft.com/office/drawing/2014/main" id="{6CC55A9F-9A2E-B557-772A-CB321AB6A86C}"/>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a:t>Click to edit Master title style</a:t>
            </a:r>
          </a:p>
        </p:txBody>
      </p:sp>
      <p:pic>
        <p:nvPicPr>
          <p:cNvPr id="3" name="Graphic 2" descr="Lilly Logo">
            <a:extLst>
              <a:ext uri="{FF2B5EF4-FFF2-40B4-BE49-F238E27FC236}">
                <a16:creationId xmlns:a16="http://schemas.microsoft.com/office/drawing/2014/main" id="{0E556F8D-0DAB-96A8-04A3-3FF47101AFE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671612620"/>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Number 8 and Title">
    <p:bg>
      <p:bgRef idx="1001">
        <a:schemeClr val="bg2"/>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9B8A09A-A167-3699-550F-66B84F4D958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352544" y="786384"/>
            <a:ext cx="3520439" cy="5242486"/>
          </a:xfrm>
          <a:prstGeom prst="rect">
            <a:avLst/>
          </a:prstGeom>
        </p:spPr>
      </p:pic>
      <p:sp>
        <p:nvSpPr>
          <p:cNvPr id="5" name="Footer Placeholder 4">
            <a:extLst>
              <a:ext uri="{FF2B5EF4-FFF2-40B4-BE49-F238E27FC236}">
                <a16:creationId xmlns:a16="http://schemas.microsoft.com/office/drawing/2014/main" id="{89A5D64B-AFFB-5EB8-4BF4-2CA424CF0348}"/>
              </a:ext>
            </a:extLst>
          </p:cNvPr>
          <p:cNvSpPr>
            <a:spLocks noGrp="1"/>
          </p:cNvSpPr>
          <p:nvPr>
            <p:ph type="ftr" sz="quarter" idx="10"/>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B07BD71C-D92E-9483-DC5E-6D89F8A48A62}"/>
              </a:ext>
            </a:extLst>
          </p:cNvPr>
          <p:cNvSpPr>
            <a:spLocks noGrp="1"/>
          </p:cNvSpPr>
          <p:nvPr>
            <p:ph type="sldNum" idx="11"/>
          </p:nvPr>
        </p:nvSpPr>
        <p:spPr/>
        <p:txBody>
          <a:bodyPr/>
          <a:lstStyle/>
          <a:p>
            <a:fld id="{00000000-1234-1234-1234-123412341234}" type="slidenum">
              <a:rPr lang="en" smtClean="0"/>
              <a:pPr/>
              <a:t>‹#›</a:t>
            </a:fld>
            <a:endParaRPr lang="en"/>
          </a:p>
        </p:txBody>
      </p:sp>
      <p:sp>
        <p:nvSpPr>
          <p:cNvPr id="9" name="Title 9">
            <a:extLst>
              <a:ext uri="{FF2B5EF4-FFF2-40B4-BE49-F238E27FC236}">
                <a16:creationId xmlns:a16="http://schemas.microsoft.com/office/drawing/2014/main" id="{8FFFE94C-1EAC-D14F-FBF2-EF65DD62CBA3}"/>
              </a:ext>
            </a:extLst>
          </p:cNvPr>
          <p:cNvSpPr>
            <a:spLocks noGrp="1"/>
          </p:cNvSpPr>
          <p:nvPr>
            <p:ph type="title"/>
          </p:nvPr>
        </p:nvSpPr>
        <p:spPr>
          <a:xfrm>
            <a:off x="96456" y="2571796"/>
            <a:ext cx="11999088" cy="1582674"/>
          </a:xfrm>
        </p:spPr>
        <p:txBody>
          <a:bodyPr anchor="ctr" anchorCtr="0"/>
          <a:lstStyle>
            <a:lvl1pPr algn="ctr">
              <a:defRPr sz="5870" b="1" i="0" cap="all" baseline="0">
                <a:solidFill>
                  <a:schemeClr val="accent1"/>
                </a:solidFill>
                <a:latin typeface="Arial Black" panose="020B0604020202020204" pitchFamily="34" charset="0"/>
              </a:defRPr>
            </a:lvl1pPr>
          </a:lstStyle>
          <a:p>
            <a:r>
              <a:rPr lang="en-US"/>
              <a:t>Click to edit Master title style</a:t>
            </a:r>
          </a:p>
        </p:txBody>
      </p:sp>
      <p:pic>
        <p:nvPicPr>
          <p:cNvPr id="3" name="Graphic 2" descr="Lilly Logo">
            <a:extLst>
              <a:ext uri="{FF2B5EF4-FFF2-40B4-BE49-F238E27FC236}">
                <a16:creationId xmlns:a16="http://schemas.microsoft.com/office/drawing/2014/main" id="{AA18A9B0-D383-7CED-696E-26FA788DED7A}"/>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694136745"/>
      </p:ext>
    </p:extLst>
  </p:cSld>
  <p:clrMapOvr>
    <a:overrideClrMapping bg1="dk1" tx1="lt1" bg2="dk2" tx2="lt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Number 1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a:t>Click to edit Master title style</a:t>
            </a:r>
          </a:p>
        </p:txBody>
      </p:sp>
      <p:sp>
        <p:nvSpPr>
          <p:cNvPr id="17" name="Text Placeholder 16">
            <a:extLst>
              <a:ext uri="{FF2B5EF4-FFF2-40B4-BE49-F238E27FC236}">
                <a16:creationId xmlns:a16="http://schemas.microsoft.com/office/drawing/2014/main" id="{2AE0FB6F-D1A9-203E-9F8B-2A3565773404}"/>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pic>
        <p:nvPicPr>
          <p:cNvPr id="9" name="Graphic 8">
            <a:extLst>
              <a:ext uri="{FF2B5EF4-FFF2-40B4-BE49-F238E27FC236}">
                <a16:creationId xmlns:a16="http://schemas.microsoft.com/office/drawing/2014/main" id="{0C5F47E7-0C8F-D398-7B51-4C0E52C09A5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754112" y="1078992"/>
            <a:ext cx="2194559" cy="4374682"/>
          </a:xfrm>
          <a:prstGeom prst="rect">
            <a:avLst/>
          </a:prstGeom>
        </p:spPr>
      </p:pic>
      <p:pic>
        <p:nvPicPr>
          <p:cNvPr id="3" name="Graphic 2" descr="Lilly Logo">
            <a:extLst>
              <a:ext uri="{FF2B5EF4-FFF2-40B4-BE49-F238E27FC236}">
                <a16:creationId xmlns:a16="http://schemas.microsoft.com/office/drawing/2014/main" id="{DB9565DC-C2B2-5A46-1D3D-B20C3AF83D49}"/>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190380629"/>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Number 2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a:t>Click to edit Master title style</a:t>
            </a:r>
          </a:p>
        </p:txBody>
      </p:sp>
      <p:pic>
        <p:nvPicPr>
          <p:cNvPr id="11" name="Graphic 10">
            <a:extLst>
              <a:ext uri="{FF2B5EF4-FFF2-40B4-BE49-F238E27FC236}">
                <a16:creationId xmlns:a16="http://schemas.microsoft.com/office/drawing/2014/main" id="{8BB5BB1C-BAF6-C046-161B-FC5748FBC57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478146" y="1132247"/>
            <a:ext cx="2607398" cy="4389119"/>
          </a:xfrm>
          <a:prstGeom prst="rect">
            <a:avLst/>
          </a:prstGeom>
        </p:spPr>
      </p:pic>
      <p:pic>
        <p:nvPicPr>
          <p:cNvPr id="3" name="Graphic 2" descr="Lilly Logo">
            <a:extLst>
              <a:ext uri="{FF2B5EF4-FFF2-40B4-BE49-F238E27FC236}">
                <a16:creationId xmlns:a16="http://schemas.microsoft.com/office/drawing/2014/main" id="{9AF570B6-F6EF-786D-2CBD-18EE9AE3B2EB}"/>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2EACAB58-5C81-E331-8D75-744FB6F5F115}"/>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58319812"/>
      </p:ext>
    </p:extLst>
  </p:cSld>
  <p:clrMapOvr>
    <a:overrideClrMapping bg1="dk1" tx1="lt1" bg2="dk2" tx2="lt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Number 3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a:t>Click to edit Master title style</a:t>
            </a:r>
          </a:p>
        </p:txBody>
      </p:sp>
      <p:pic>
        <p:nvPicPr>
          <p:cNvPr id="8" name="Graphic 7">
            <a:extLst>
              <a:ext uri="{FF2B5EF4-FFF2-40B4-BE49-F238E27FC236}">
                <a16:creationId xmlns:a16="http://schemas.microsoft.com/office/drawing/2014/main" id="{6C30FFE8-BFD9-018E-8F2F-325FBB159AA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442297" y="951325"/>
            <a:ext cx="2761488" cy="4895692"/>
          </a:xfrm>
          <a:prstGeom prst="rect">
            <a:avLst/>
          </a:prstGeom>
        </p:spPr>
      </p:pic>
      <p:pic>
        <p:nvPicPr>
          <p:cNvPr id="3" name="Graphic 2" descr="Lilly Logo">
            <a:extLst>
              <a:ext uri="{FF2B5EF4-FFF2-40B4-BE49-F238E27FC236}">
                <a16:creationId xmlns:a16="http://schemas.microsoft.com/office/drawing/2014/main" id="{AB0B3A72-DCD9-1810-E207-D9EDF9798D5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885DE359-4183-B64E-38E2-3A808686AE31}"/>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24185861"/>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Number 4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a:t>Click to edit Master title style</a:t>
            </a:r>
          </a:p>
        </p:txBody>
      </p:sp>
      <p:pic>
        <p:nvPicPr>
          <p:cNvPr id="7" name="Graphic 6">
            <a:extLst>
              <a:ext uri="{FF2B5EF4-FFF2-40B4-BE49-F238E27FC236}">
                <a16:creationId xmlns:a16="http://schemas.microsoft.com/office/drawing/2014/main" id="{E9B47A71-DE5E-0E99-C81D-A3ABC6DF1D6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334709" y="898178"/>
            <a:ext cx="2978073" cy="4828527"/>
          </a:xfrm>
          <a:prstGeom prst="rect">
            <a:avLst/>
          </a:prstGeom>
        </p:spPr>
      </p:pic>
      <p:pic>
        <p:nvPicPr>
          <p:cNvPr id="3" name="Graphic 2" descr="Lilly Logo">
            <a:extLst>
              <a:ext uri="{FF2B5EF4-FFF2-40B4-BE49-F238E27FC236}">
                <a16:creationId xmlns:a16="http://schemas.microsoft.com/office/drawing/2014/main" id="{1FF88C86-552A-BA1D-EBA7-030D10AF0CBB}"/>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72E81EE3-1AD7-4EAD-89E2-D7C036C6F39F}"/>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32799805"/>
      </p:ext>
    </p:extLst>
  </p:cSld>
  <p:clrMapOvr>
    <a:overrideClrMapping bg1="dk1" tx1="lt1" bg2="dk2" tx2="lt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Number 5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a:t>Click to edit Master title style</a:t>
            </a:r>
          </a:p>
        </p:txBody>
      </p:sp>
      <p:pic>
        <p:nvPicPr>
          <p:cNvPr id="10" name="Graphic 9">
            <a:extLst>
              <a:ext uri="{FF2B5EF4-FFF2-40B4-BE49-F238E27FC236}">
                <a16:creationId xmlns:a16="http://schemas.microsoft.com/office/drawing/2014/main" id="{48153A1A-A22E-ADB2-141B-DA52EB175BE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594256" y="1058356"/>
            <a:ext cx="2468880" cy="4829475"/>
          </a:xfrm>
          <a:prstGeom prst="rect">
            <a:avLst/>
          </a:prstGeom>
        </p:spPr>
      </p:pic>
      <p:pic>
        <p:nvPicPr>
          <p:cNvPr id="3" name="Graphic 2" descr="Lilly Logo">
            <a:extLst>
              <a:ext uri="{FF2B5EF4-FFF2-40B4-BE49-F238E27FC236}">
                <a16:creationId xmlns:a16="http://schemas.microsoft.com/office/drawing/2014/main" id="{6E7944BC-19DF-2C52-3CA5-9AEB6AB6D1F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7B7EFC86-3704-0B96-10E5-01893E116E81}"/>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69870974"/>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Number 6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a:p>
        </p:txBody>
      </p:sp>
      <p:sp>
        <p:nvSpPr>
          <p:cNvPr id="3" name="Title 14">
            <a:extLst>
              <a:ext uri="{FF2B5EF4-FFF2-40B4-BE49-F238E27FC236}">
                <a16:creationId xmlns:a16="http://schemas.microsoft.com/office/drawing/2014/main" id="{A1B1BE8D-058F-47C6-B816-8CB9B5231236}"/>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a:t>Click to edit Master title style</a:t>
            </a:r>
          </a:p>
        </p:txBody>
      </p:sp>
      <p:pic>
        <p:nvPicPr>
          <p:cNvPr id="8" name="Graphic 7">
            <a:extLst>
              <a:ext uri="{FF2B5EF4-FFF2-40B4-BE49-F238E27FC236}">
                <a16:creationId xmlns:a16="http://schemas.microsoft.com/office/drawing/2014/main" id="{4F296183-4F3C-92BC-431D-F143050DDDD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397264" y="829734"/>
            <a:ext cx="2902839" cy="5081778"/>
          </a:xfrm>
          <a:prstGeom prst="rect">
            <a:avLst/>
          </a:prstGeom>
        </p:spPr>
      </p:pic>
      <p:pic>
        <p:nvPicPr>
          <p:cNvPr id="2" name="Graphic 1" descr="Lilly Logo">
            <a:extLst>
              <a:ext uri="{FF2B5EF4-FFF2-40B4-BE49-F238E27FC236}">
                <a16:creationId xmlns:a16="http://schemas.microsoft.com/office/drawing/2014/main" id="{5DEFA694-35ED-F09F-636B-72DA7B01A8A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7" name="Text Placeholder 16">
            <a:extLst>
              <a:ext uri="{FF2B5EF4-FFF2-40B4-BE49-F238E27FC236}">
                <a16:creationId xmlns:a16="http://schemas.microsoft.com/office/drawing/2014/main" id="{F00AC004-EDD5-6226-8F45-1F6A159474B7}"/>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87224372"/>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Number 7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a:t>Click to edit Master title style</a:t>
            </a:r>
          </a:p>
        </p:txBody>
      </p:sp>
      <p:pic>
        <p:nvPicPr>
          <p:cNvPr id="4" name="Graphic 3">
            <a:extLst>
              <a:ext uri="{FF2B5EF4-FFF2-40B4-BE49-F238E27FC236}">
                <a16:creationId xmlns:a16="http://schemas.microsoft.com/office/drawing/2014/main" id="{A4A05FAD-719F-A05B-375E-4DF568299DE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506074" y="1090550"/>
            <a:ext cx="2772537" cy="4748784"/>
          </a:xfrm>
          <a:prstGeom prst="rect">
            <a:avLst/>
          </a:prstGeom>
        </p:spPr>
      </p:pic>
      <p:pic>
        <p:nvPicPr>
          <p:cNvPr id="3" name="Graphic 2" descr="Lilly Logo">
            <a:extLst>
              <a:ext uri="{FF2B5EF4-FFF2-40B4-BE49-F238E27FC236}">
                <a16:creationId xmlns:a16="http://schemas.microsoft.com/office/drawing/2014/main" id="{46E50484-BBED-8E1D-B959-5097016F847A}"/>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A01C942B-9242-4159-E910-C0D2A3D5C174}"/>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9048568"/>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Number 8 with Header and Copy">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6DB781-78A2-5843-0401-71AF1D4FCA44}"/>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DCC43B13-24DB-E8B9-10CE-8A99B9DE7D3B}"/>
              </a:ext>
            </a:extLst>
          </p:cNvPr>
          <p:cNvSpPr>
            <a:spLocks noGrp="1"/>
          </p:cNvSpPr>
          <p:nvPr>
            <p:ph type="sldNum" idx="11"/>
          </p:nvPr>
        </p:nvSpPr>
        <p:spPr/>
        <p:txBody>
          <a:bodyPr/>
          <a:lstStyle/>
          <a:p>
            <a:fld id="{00000000-1234-1234-1234-123412341234}" type="slidenum">
              <a:rPr lang="en" smtClean="0"/>
              <a:pPr/>
              <a:t>‹#›</a:t>
            </a:fld>
            <a:endParaRPr lang="en"/>
          </a:p>
        </p:txBody>
      </p:sp>
      <p:sp>
        <p:nvSpPr>
          <p:cNvPr id="15" name="Title 14">
            <a:extLst>
              <a:ext uri="{FF2B5EF4-FFF2-40B4-BE49-F238E27FC236}">
                <a16:creationId xmlns:a16="http://schemas.microsoft.com/office/drawing/2014/main" id="{FE460508-C406-C95D-30AF-452CCF8C7A85}"/>
              </a:ext>
            </a:extLst>
          </p:cNvPr>
          <p:cNvSpPr>
            <a:spLocks noGrp="1"/>
          </p:cNvSpPr>
          <p:nvPr>
            <p:ph type="title"/>
          </p:nvPr>
        </p:nvSpPr>
        <p:spPr>
          <a:xfrm>
            <a:off x="609600" y="2398666"/>
            <a:ext cx="5943600" cy="975200"/>
          </a:xfrm>
        </p:spPr>
        <p:txBody>
          <a:bodyPr/>
          <a:lstStyle>
            <a:lvl1pPr>
              <a:lnSpc>
                <a:spcPct val="90000"/>
              </a:lnSpc>
              <a:defRPr sz="3200" b="1" i="0" spc="0" baseline="0">
                <a:solidFill>
                  <a:schemeClr val="tx1"/>
                </a:solidFill>
                <a:latin typeface="Arial Black" panose="020B0604020202020204" pitchFamily="34" charset="0"/>
              </a:defRPr>
            </a:lvl1pPr>
          </a:lstStyle>
          <a:p>
            <a:r>
              <a:rPr lang="en-US"/>
              <a:t>Click to edit Master title style</a:t>
            </a:r>
          </a:p>
        </p:txBody>
      </p:sp>
      <p:pic>
        <p:nvPicPr>
          <p:cNvPr id="4" name="Graphic 3">
            <a:extLst>
              <a:ext uri="{FF2B5EF4-FFF2-40B4-BE49-F238E27FC236}">
                <a16:creationId xmlns:a16="http://schemas.microsoft.com/office/drawing/2014/main" id="{5FC89900-AF3E-A7ED-31AD-29E985E2A70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329657" y="1103416"/>
            <a:ext cx="3004185" cy="4473702"/>
          </a:xfrm>
          <a:prstGeom prst="rect">
            <a:avLst/>
          </a:prstGeom>
        </p:spPr>
      </p:pic>
      <p:pic>
        <p:nvPicPr>
          <p:cNvPr id="3" name="Graphic 2" descr="Lilly Logo">
            <a:extLst>
              <a:ext uri="{FF2B5EF4-FFF2-40B4-BE49-F238E27FC236}">
                <a16:creationId xmlns:a16="http://schemas.microsoft.com/office/drawing/2014/main" id="{CCDFC921-1D29-352F-C629-4E3A3D173726}"/>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07264" y="6425184"/>
            <a:ext cx="451103" cy="246354"/>
          </a:xfrm>
          <a:prstGeom prst="rect">
            <a:avLst/>
          </a:prstGeom>
        </p:spPr>
      </p:pic>
      <p:sp>
        <p:nvSpPr>
          <p:cNvPr id="2" name="Text Placeholder 16">
            <a:extLst>
              <a:ext uri="{FF2B5EF4-FFF2-40B4-BE49-F238E27FC236}">
                <a16:creationId xmlns:a16="http://schemas.microsoft.com/office/drawing/2014/main" id="{935AC9F7-2FC1-61EE-6A24-BE2AC7738759}"/>
              </a:ext>
            </a:extLst>
          </p:cNvPr>
          <p:cNvSpPr>
            <a:spLocks noGrp="1"/>
          </p:cNvSpPr>
          <p:nvPr>
            <p:ph type="body" sz="quarter" idx="12"/>
          </p:nvPr>
        </p:nvSpPr>
        <p:spPr>
          <a:xfrm>
            <a:off x="609600" y="3408967"/>
            <a:ext cx="5943600" cy="2120900"/>
          </a:xfrm>
        </p:spPr>
        <p:txBody>
          <a:bodyPr>
            <a:normAutofit/>
          </a:bodyPr>
          <a:lstStyle>
            <a:lvl1pPr>
              <a:lnSpc>
                <a:spcPts val="1733"/>
              </a:lnSpc>
              <a:defRPr sz="1733"/>
            </a:lvl1pPr>
            <a:lvl2pPr>
              <a:lnSpc>
                <a:spcPts val="1733"/>
              </a:lnSpc>
              <a:defRPr sz="1600"/>
            </a:lvl2pPr>
            <a:lvl3pPr>
              <a:lnSpc>
                <a:spcPts val="1733"/>
              </a:lnSpc>
              <a:defRPr sz="1400"/>
            </a:lvl3pPr>
            <a:lvl4pPr>
              <a:lnSpc>
                <a:spcPts val="1733"/>
              </a:lnSpc>
              <a:defRPr sz="1733"/>
            </a:lvl4pPr>
            <a:lvl5pPr>
              <a:lnSpc>
                <a:spcPts val="1733"/>
              </a:lnSpc>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84269321"/>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Number 1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a:p>
        </p:txBody>
      </p:sp>
      <p:pic>
        <p:nvPicPr>
          <p:cNvPr id="4" name="Graphic 3">
            <a:extLst>
              <a:ext uri="{FF2B5EF4-FFF2-40B4-BE49-F238E27FC236}">
                <a16:creationId xmlns:a16="http://schemas.microsoft.com/office/drawing/2014/main" id="{49D4427D-C7E2-B176-C9C7-D9BF8F87554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87552" y="1307592"/>
            <a:ext cx="2084830" cy="4155945"/>
          </a:xfrm>
          <a:prstGeom prst="rect">
            <a:avLst/>
          </a:prstGeom>
        </p:spPr>
      </p:pic>
      <p:sp>
        <p:nvSpPr>
          <p:cNvPr id="6" name="Text Placeholder 7">
            <a:extLst>
              <a:ext uri="{FF2B5EF4-FFF2-40B4-BE49-F238E27FC236}">
                <a16:creationId xmlns:a16="http://schemas.microsoft.com/office/drawing/2014/main" id="{9ECCE3A2-0815-85F7-BCA3-2F24864FDBB3}"/>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665702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Number 2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a:extLst>
              <a:ext uri="{FF2B5EF4-FFF2-40B4-BE49-F238E27FC236}">
                <a16:creationId xmlns:a16="http://schemas.microsoft.com/office/drawing/2014/main" id="{6F89F311-8B50-CBE3-A484-EF38341D2B5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22376" y="1344168"/>
            <a:ext cx="2471596" cy="4160519"/>
          </a:xfrm>
          <a:prstGeom prst="rect">
            <a:avLst/>
          </a:prstGeom>
        </p:spPr>
      </p:pic>
      <p:sp>
        <p:nvSpPr>
          <p:cNvPr id="9" name="Text Placeholder 7">
            <a:extLst>
              <a:ext uri="{FF2B5EF4-FFF2-40B4-BE49-F238E27FC236}">
                <a16:creationId xmlns:a16="http://schemas.microsoft.com/office/drawing/2014/main" id="{8CC2A39D-4C51-44CD-BDCA-273DDE33C398}"/>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7370179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Number 3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a:extLst>
              <a:ext uri="{FF2B5EF4-FFF2-40B4-BE49-F238E27FC236}">
                <a16:creationId xmlns:a16="http://schemas.microsoft.com/office/drawing/2014/main" id="{E60C88E0-D980-9B0C-1767-2A904565403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94944" y="1133856"/>
            <a:ext cx="2626614" cy="4656582"/>
          </a:xfrm>
          <a:prstGeom prst="rect">
            <a:avLst/>
          </a:prstGeom>
        </p:spPr>
      </p:pic>
      <p:sp>
        <p:nvSpPr>
          <p:cNvPr id="9" name="Text Placeholder 7">
            <a:extLst>
              <a:ext uri="{FF2B5EF4-FFF2-40B4-BE49-F238E27FC236}">
                <a16:creationId xmlns:a16="http://schemas.microsoft.com/office/drawing/2014/main" id="{1D3C07C6-0D53-0870-B55B-DEB8C85CE2AA}"/>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6113747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Number 4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a:extLst>
              <a:ext uri="{FF2B5EF4-FFF2-40B4-BE49-F238E27FC236}">
                <a16:creationId xmlns:a16="http://schemas.microsoft.com/office/drawing/2014/main" id="{F4F4D83C-6743-3CD9-AC7C-32993037C47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94360" y="941832"/>
            <a:ext cx="2825496" cy="4581144"/>
          </a:xfrm>
          <a:prstGeom prst="rect">
            <a:avLst/>
          </a:prstGeom>
        </p:spPr>
      </p:pic>
      <p:sp>
        <p:nvSpPr>
          <p:cNvPr id="10" name="Text Placeholder 7">
            <a:extLst>
              <a:ext uri="{FF2B5EF4-FFF2-40B4-BE49-F238E27FC236}">
                <a16:creationId xmlns:a16="http://schemas.microsoft.com/office/drawing/2014/main" id="{1F7DED82-CBA3-CF52-333A-0D26685C0B84}"/>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7731064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Number 5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a:extLst>
              <a:ext uri="{FF2B5EF4-FFF2-40B4-BE49-F238E27FC236}">
                <a16:creationId xmlns:a16="http://schemas.microsoft.com/office/drawing/2014/main" id="{CC69CA02-CBB0-134E-6AB0-F754D536DCD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5256" y="1170432"/>
            <a:ext cx="2345436" cy="4588002"/>
          </a:xfrm>
          <a:prstGeom prst="rect">
            <a:avLst/>
          </a:prstGeom>
        </p:spPr>
      </p:pic>
      <p:sp>
        <p:nvSpPr>
          <p:cNvPr id="6" name="Text Placeholder 7">
            <a:extLst>
              <a:ext uri="{FF2B5EF4-FFF2-40B4-BE49-F238E27FC236}">
                <a16:creationId xmlns:a16="http://schemas.microsoft.com/office/drawing/2014/main" id="{4F84F7B6-868D-32BB-82E0-F6C25E9EB6D3}"/>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4781588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Number 6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a:extLst>
              <a:ext uri="{FF2B5EF4-FFF2-40B4-BE49-F238E27FC236}">
                <a16:creationId xmlns:a16="http://schemas.microsoft.com/office/drawing/2014/main" id="{2B12D5FA-7DCA-F9B5-5254-63DECE52A8B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49224" y="960120"/>
            <a:ext cx="2752343" cy="4818317"/>
          </a:xfrm>
          <a:prstGeom prst="rect">
            <a:avLst/>
          </a:prstGeom>
        </p:spPr>
      </p:pic>
      <p:sp>
        <p:nvSpPr>
          <p:cNvPr id="8" name="Text Placeholder 7">
            <a:extLst>
              <a:ext uri="{FF2B5EF4-FFF2-40B4-BE49-F238E27FC236}">
                <a16:creationId xmlns:a16="http://schemas.microsoft.com/office/drawing/2014/main" id="{EBA002E3-0D7F-4C93-5DEE-3E680AB00394}"/>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6091064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Number 7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a:extLst>
              <a:ext uri="{FF2B5EF4-FFF2-40B4-BE49-F238E27FC236}">
                <a16:creationId xmlns:a16="http://schemas.microsoft.com/office/drawing/2014/main" id="{2E09ED98-CD0E-0F4C-4913-04881A34545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04672" y="1234440"/>
            <a:ext cx="2624328" cy="4494932"/>
          </a:xfrm>
          <a:prstGeom prst="rect">
            <a:avLst/>
          </a:prstGeom>
        </p:spPr>
      </p:pic>
      <p:sp>
        <p:nvSpPr>
          <p:cNvPr id="8" name="Text Placeholder 7">
            <a:extLst>
              <a:ext uri="{FF2B5EF4-FFF2-40B4-BE49-F238E27FC236}">
                <a16:creationId xmlns:a16="http://schemas.microsoft.com/office/drawing/2014/main" id="{FEF78683-D1F9-A7B5-5939-F2514A4FB8AA}"/>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9274740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Number8 and Copy">
    <p:bg>
      <p:bgPr>
        <a:solidFill>
          <a:schemeClr val="bg1"/>
        </a:solidFill>
        <a:effectLst/>
      </p:bgPr>
    </p:bg>
    <p:spTree>
      <p:nvGrpSpPr>
        <p:cNvPr id="1" name=""/>
        <p:cNvGrpSpPr/>
        <p:nvPr/>
      </p:nvGrpSpPr>
      <p:grpSpPr>
        <a:xfrm>
          <a:off x="0" y="0"/>
          <a:ext cx="0" cy="0"/>
          <a:chOff x="0" y="0"/>
          <a:chExt cx="0" cy="0"/>
        </a:xfrm>
      </p:grpSpPr>
      <p:sp>
        <p:nvSpPr>
          <p:cNvPr id="11" name="Google Shape;345;p56">
            <a:extLst>
              <a:ext uri="{FF2B5EF4-FFF2-40B4-BE49-F238E27FC236}">
                <a16:creationId xmlns:a16="http://schemas.microsoft.com/office/drawing/2014/main" id="{A06E5021-05F2-EF49-8F40-D0B34C94B6DF}"/>
              </a:ext>
            </a:extLst>
          </p:cNvPr>
          <p:cNvSpPr/>
          <p:nvPr userDrawn="1"/>
        </p:nvSpPr>
        <p:spPr>
          <a:xfrm>
            <a:off x="4032740" y="0"/>
            <a:ext cx="8159160" cy="6858000"/>
          </a:xfrm>
          <a:prstGeom prst="rect">
            <a:avLst/>
          </a:prstGeom>
          <a:solidFill>
            <a:schemeClr val="bg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solidFill>
                <a:schemeClr val="tx1"/>
              </a:solidFill>
              <a:latin typeface="Arial" panose="020B0604020202020204" pitchFamily="34" charset="0"/>
            </a:endParaRPr>
          </a:p>
        </p:txBody>
      </p:sp>
      <p:sp>
        <p:nvSpPr>
          <p:cNvPr id="2" name="Footer Placeholder 1">
            <a:extLst>
              <a:ext uri="{FF2B5EF4-FFF2-40B4-BE49-F238E27FC236}">
                <a16:creationId xmlns:a16="http://schemas.microsoft.com/office/drawing/2014/main" id="{334A283B-6DE3-E6A0-87DE-815613EC1DEA}"/>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918CFFCE-AEC2-AEED-8CA3-EE4557696F22}"/>
              </a:ext>
            </a:extLst>
          </p:cNvPr>
          <p:cNvSpPr>
            <a:spLocks noGrp="1"/>
          </p:cNvSpPr>
          <p:nvPr>
            <p:ph type="sldNum" idx="11"/>
          </p:nvPr>
        </p:nvSpPr>
        <p:spPr/>
        <p:txBody>
          <a:bodyPr/>
          <a:lstStyle/>
          <a:p>
            <a:fld id="{00000000-1234-1234-1234-123412341234}" type="slidenum">
              <a:rPr lang="en" smtClean="0"/>
              <a:pPr/>
              <a:t>‹#›</a:t>
            </a:fld>
            <a:endParaRPr lang="en"/>
          </a:p>
        </p:txBody>
      </p:sp>
      <p:pic>
        <p:nvPicPr>
          <p:cNvPr id="4" name="Graphic 3">
            <a:extLst>
              <a:ext uri="{FF2B5EF4-FFF2-40B4-BE49-F238E27FC236}">
                <a16:creationId xmlns:a16="http://schemas.microsoft.com/office/drawing/2014/main" id="{5376E1DD-66B0-5143-E559-55CA1F5E204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85216" y="1316736"/>
            <a:ext cx="2846070" cy="4238244"/>
          </a:xfrm>
          <a:prstGeom prst="rect">
            <a:avLst/>
          </a:prstGeom>
        </p:spPr>
      </p:pic>
      <p:sp>
        <p:nvSpPr>
          <p:cNvPr id="8" name="Text Placeholder 7">
            <a:extLst>
              <a:ext uri="{FF2B5EF4-FFF2-40B4-BE49-F238E27FC236}">
                <a16:creationId xmlns:a16="http://schemas.microsoft.com/office/drawing/2014/main" id="{CA305C76-51D8-6CB2-713C-357936DA608F}"/>
              </a:ext>
            </a:extLst>
          </p:cNvPr>
          <p:cNvSpPr>
            <a:spLocks noGrp="1"/>
          </p:cNvSpPr>
          <p:nvPr>
            <p:ph type="body" sz="quarter" idx="12"/>
          </p:nvPr>
        </p:nvSpPr>
        <p:spPr>
          <a:xfrm>
            <a:off x="4844242" y="671513"/>
            <a:ext cx="6545584" cy="5314950"/>
          </a:xfrm>
        </p:spPr>
        <p:txBody>
          <a:bodyPr anchor="ctr" anchorCtr="0">
            <a:noAutofit/>
          </a:bodyPr>
          <a:lstStyle>
            <a:lvl1pPr>
              <a:lnSpc>
                <a:spcPct val="85000"/>
              </a:lnSpc>
              <a:spcBef>
                <a:spcPts val="1800"/>
              </a:spcBef>
              <a:spcAft>
                <a:spcPts val="0"/>
              </a:spcAft>
              <a:defRPr sz="2500"/>
            </a:lvl1pPr>
            <a:lvl2pPr marL="182880" indent="-182880">
              <a:lnSpc>
                <a:spcPct val="80000"/>
              </a:lnSpc>
              <a:spcBef>
                <a:spcPts val="1000"/>
              </a:spcBef>
              <a:defRPr sz="2200"/>
            </a:lvl2pPr>
            <a:lvl3pPr>
              <a:lnSpc>
                <a:spcPct val="80000"/>
              </a:lnSpc>
              <a:spcBef>
                <a:spcPts val="800"/>
              </a:spcBef>
              <a:defRPr sz="2000"/>
            </a:lvl3pPr>
            <a:lvl4pPr>
              <a:lnSpc>
                <a:spcPts val="2000"/>
              </a:lnSpc>
              <a:spcBef>
                <a:spcPts val="600"/>
              </a:spcBef>
              <a:defRPr sz="2500"/>
            </a:lvl4pPr>
            <a:lvl5pPr>
              <a:lnSpc>
                <a:spcPts val="2000"/>
              </a:lnSpc>
              <a:spcBef>
                <a:spcPts val="600"/>
              </a:spcBef>
              <a:defRPr sz="25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734353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matchingName="Red" preserve="1">
  <p:cSld name="Red">
    <p:bg>
      <p:bgRef idx="1001">
        <a:schemeClr val="bg2"/>
      </p:bgRef>
    </p:bg>
    <p:spTree>
      <p:nvGrpSpPr>
        <p:cNvPr id="1" name="Shape 63"/>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23EBE6-368C-AABD-B2EA-795883AD82CC}"/>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12AE3C09-9B54-44B9-EC3E-D950BA48161E}"/>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D92314BA-1663-BF45-E1D9-B82EBA5889E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638233803"/>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Pink" preserve="1">
  <p:cSld name="Pink">
    <p:bg>
      <p:bgRef idx="1001">
        <a:schemeClr val="bg2"/>
      </p:bgRef>
    </p:bg>
    <p:spTree>
      <p:nvGrpSpPr>
        <p:cNvPr id="1" name="Shape 75"/>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6690A0-0AF5-E732-C5CD-5AA98AB3E4D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FD62D8EC-4B60-FE0E-8399-27620E8BC271}"/>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971352237"/>
      </p:ext>
    </p:extLst>
  </p:cSld>
  <p:clrMapOvr>
    <a:overrideClrMapping bg1="lt1" tx1="dk1" bg2="lt2" tx2="dk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matchingName="Black" preserve="1">
  <p:cSld name="Black">
    <p:bg>
      <p:bgRef idx="1001">
        <a:schemeClr val="bg1"/>
      </p:bgRef>
    </p:bg>
    <p:spTree>
      <p:nvGrpSpPr>
        <p:cNvPr id="1" name="Shape 69"/>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B3A4E0-B45B-FC58-7EC9-0BE82D9BAF29}"/>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C9F28F76-0637-4D79-19A0-06B26525E7B5}"/>
              </a:ext>
            </a:extLst>
          </p:cNvPr>
          <p:cNvSpPr>
            <a:spLocks noGrp="1"/>
          </p:cNvSpPr>
          <p:nvPr>
            <p:ph type="sldNum" idx="11"/>
          </p:nvPr>
        </p:nvSpPr>
        <p:spPr/>
        <p:txBody>
          <a:bodyPr/>
          <a:lstStyle/>
          <a:p>
            <a:fld id="{00000000-1234-1234-1234-123412341234}" type="slidenum">
              <a:rPr lang="en" smtClean="0"/>
              <a:pPr/>
              <a:t>‹#›</a:t>
            </a:fld>
            <a:endParaRPr lang="en"/>
          </a:p>
        </p:txBody>
      </p:sp>
      <p:pic>
        <p:nvPicPr>
          <p:cNvPr id="4" name="Graphic 3" descr="Lilly Logo">
            <a:extLst>
              <a:ext uri="{FF2B5EF4-FFF2-40B4-BE49-F238E27FC236}">
                <a16:creationId xmlns:a16="http://schemas.microsoft.com/office/drawing/2014/main" id="{B42BC263-056D-8556-F4A0-F4F184450BC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308682626"/>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old Brown">
    <p:bg>
      <p:bgRef idx="1001">
        <a:schemeClr val="bg2"/>
      </p:bgRef>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57A89135-A0FA-5053-BB8C-D9E2E2608AAB}"/>
              </a:ext>
            </a:extLst>
          </p:cNvPr>
          <p:cNvSpPr>
            <a:spLocks noGrp="1"/>
          </p:cNvSpPr>
          <p:nvPr>
            <p:ph type="ftr" sz="quarter" idx="10"/>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B8E43B90-5ACF-20B0-B297-2CC79068BCA6}"/>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B8B511B0-14FA-1F35-CA2A-DC60E451EC0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808822559"/>
      </p:ext>
    </p:extLst>
  </p:cSld>
  <p:clrMapOvr>
    <a:overrideClrMapping bg1="dk1" tx1="lt1" bg2="dk2" tx2="lt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Vibrant Coral">
    <p:bg>
      <p:bgPr>
        <a:solidFill>
          <a:schemeClr val="accent6"/>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D37F6F2-A00E-AB7E-6878-C701C8A3E2AD}"/>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F800E802-7AF1-7E71-20B8-D2E280421C1A}"/>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FC008224-A307-5198-D20A-ED2D3C56C72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696169873"/>
      </p:ext>
    </p:extLst>
  </p:cSld>
  <p:clrMapOvr>
    <a:overrideClrMapping bg1="dk1" tx1="lt1" bg2="dk2" tx2="lt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Vibrant Gold">
    <p:bg>
      <p:bgPr>
        <a:solidFill>
          <a:schemeClr val="accent5"/>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B940314-69C9-4DBF-41A7-ACC5E7EAB70B}"/>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F114F74A-26E9-9137-77AC-B80E8B1DA00B}"/>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B5C455CC-2884-9A2F-CEF2-8FD068060DB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59116307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Bold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3BEE7CC-12FD-5CBA-D24E-BB5332B1170D}"/>
              </a:ext>
            </a:extLst>
          </p:cNvPr>
          <p:cNvSpPr>
            <a:spLocks noGrp="1"/>
          </p:cNvSpPr>
          <p:nvPr>
            <p:ph type="ftr" sz="quarter" idx="10"/>
          </p:nvPr>
        </p:nvSpPr>
        <p:spPr/>
        <p:txBody>
          <a:bodyPr/>
          <a:lstStyle/>
          <a:p>
            <a:r>
              <a:rPr lang="en-US"/>
              <a:t>Company Confidential  © 2024 Eli Lilly and Company</a:t>
            </a:r>
          </a:p>
        </p:txBody>
      </p:sp>
      <p:sp>
        <p:nvSpPr>
          <p:cNvPr id="7" name="Slide Number Placeholder 6">
            <a:extLst>
              <a:ext uri="{FF2B5EF4-FFF2-40B4-BE49-F238E27FC236}">
                <a16:creationId xmlns:a16="http://schemas.microsoft.com/office/drawing/2014/main" id="{383FC1A3-4701-B3A6-6768-B79DF7276E45}"/>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19F48EAB-6B61-BE5C-E2D9-40FEB35F202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231060341"/>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Bold Grey">
    <p:bg>
      <p:bgPr>
        <a:solidFill>
          <a:srgbClr val="8A969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8D593F-C3B0-D522-950C-FCDD0CAD5FD2}"/>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03718B3F-DE77-B077-838D-A80969B44A9C}"/>
              </a:ext>
            </a:extLst>
          </p:cNvPr>
          <p:cNvSpPr>
            <a:spLocks noGrp="1"/>
          </p:cNvSpPr>
          <p:nvPr>
            <p:ph type="sldNum" idx="11"/>
          </p:nvPr>
        </p:nvSpPr>
        <p:spPr/>
        <p:txBody>
          <a:bodyPr/>
          <a:lstStyle/>
          <a:p>
            <a:fld id="{00000000-1234-1234-1234-123412341234}" type="slidenum">
              <a:rPr lang="en" smtClean="0"/>
              <a:pPr/>
              <a:t>‹#›</a:t>
            </a:fld>
            <a:endParaRPr lang="en"/>
          </a:p>
        </p:txBody>
      </p:sp>
      <p:pic>
        <p:nvPicPr>
          <p:cNvPr id="4" name="Graphic 3" descr="Lilly Logo">
            <a:extLst>
              <a:ext uri="{FF2B5EF4-FFF2-40B4-BE49-F238E27FC236}">
                <a16:creationId xmlns:a16="http://schemas.microsoft.com/office/drawing/2014/main" id="{4B0CBC21-00EF-8889-F5E0-B4564A0F280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111272136"/>
      </p:ext>
    </p:extLst>
  </p:cSld>
  <p:clrMapOvr>
    <a:overrideClrMapping bg1="dk1" tx1="lt1" bg2="dk2" tx2="lt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Bold Green">
    <p:bg>
      <p:bgPr>
        <a:solidFill>
          <a:schemeClr val="accent4"/>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B0F3AC-294D-C390-F99D-4727F882F49D}"/>
              </a:ext>
            </a:extLst>
          </p:cNvPr>
          <p:cNvSpPr>
            <a:spLocks noGrp="1"/>
          </p:cNvSpPr>
          <p:nvPr>
            <p:ph type="ftr" sz="quarter" idx="10"/>
          </p:nvPr>
        </p:nvSpPr>
        <p:spPr/>
        <p:txBody>
          <a:bodyPr/>
          <a:lstStyle/>
          <a:p>
            <a:r>
              <a:rPr lang="en-US"/>
              <a:t>Company Confidential  © 2024 Eli Lilly and Company</a:t>
            </a:r>
          </a:p>
        </p:txBody>
      </p:sp>
      <p:sp>
        <p:nvSpPr>
          <p:cNvPr id="7" name="Slide Number Placeholder 6">
            <a:extLst>
              <a:ext uri="{FF2B5EF4-FFF2-40B4-BE49-F238E27FC236}">
                <a16:creationId xmlns:a16="http://schemas.microsoft.com/office/drawing/2014/main" id="{EE6A5E8E-A931-69BF-CF5B-3AEA79E0F029}"/>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825034CD-302B-54D9-9A84-7965CACF081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742106184"/>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Neutral Rose">
    <p:bg>
      <p:bgPr>
        <a:solidFill>
          <a:srgbClr val="FDE8E5"/>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30357D-78AB-0892-6ADB-E040BDF5B3AD}"/>
              </a:ext>
            </a:extLst>
          </p:cNvPr>
          <p:cNvSpPr>
            <a:spLocks noGrp="1"/>
          </p:cNvSpPr>
          <p:nvPr>
            <p:ph type="ftr" sz="quarter" idx="10"/>
          </p:nvPr>
        </p:nvSpPr>
        <p:spPr/>
        <p:txBody>
          <a:bodyPr/>
          <a:lstStyle/>
          <a:p>
            <a:r>
              <a:rPr lang="en-US"/>
              <a:t>Company Confidential  © 2024 Eli Lilly and Company</a:t>
            </a:r>
          </a:p>
        </p:txBody>
      </p:sp>
      <p:sp>
        <p:nvSpPr>
          <p:cNvPr id="7" name="Slide Number Placeholder 6">
            <a:extLst>
              <a:ext uri="{FF2B5EF4-FFF2-40B4-BE49-F238E27FC236}">
                <a16:creationId xmlns:a16="http://schemas.microsoft.com/office/drawing/2014/main" id="{5910FB57-E9B9-3D93-8A94-747DA59071B8}"/>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68035126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Vibrant Orange">
    <p:bg>
      <p:bgPr>
        <a:solidFill>
          <a:srgbClr val="FDD1B0"/>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D14C915-0776-3FFB-B4A1-F4753B08CCA5}"/>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90ED15C3-7EFF-F9EB-2871-08BF9EABD3F8}"/>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74560333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Neutral Cream">
    <p:bg>
      <p:bgPr>
        <a:solidFill>
          <a:srgbClr val="FFF0D8"/>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1DCFD5-C8E7-348F-8DBC-838E76182B24}"/>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453A3925-24E5-0B08-5FA2-EA1C2FD7D4E6}"/>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413538208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Vibrant Azure">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AFD8C6-78D3-1B98-2061-75C98E8BCBA3}"/>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09A722E2-B13F-99B3-9BB7-82864936ADFA}"/>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869025EA-BCDC-6401-B601-B335355F68C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05169994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Neutral Stone">
    <p:bg>
      <p:bgPr>
        <a:solidFill>
          <a:srgbClr val="E4EBF1"/>
        </a:solidFill>
        <a:effectLst/>
      </p:bgPr>
    </p:bg>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15B2F4E6-CFEB-D921-4BBF-F716D58C4C17}"/>
              </a:ext>
            </a:extLst>
          </p:cNvPr>
          <p:cNvSpPr>
            <a:spLocks noGrp="1"/>
          </p:cNvSpPr>
          <p:nvPr>
            <p:ph type="ftr" sz="quarter" idx="10"/>
          </p:nvPr>
        </p:nvSpPr>
        <p:spPr/>
        <p:txBody>
          <a:bodyPr/>
          <a:lstStyle/>
          <a:p>
            <a:r>
              <a:rPr lang="en-US"/>
              <a:t>Company Confidential  © 2024 Eli Lilly and Company</a:t>
            </a:r>
          </a:p>
        </p:txBody>
      </p:sp>
      <p:sp>
        <p:nvSpPr>
          <p:cNvPr id="9" name="Slide Number Placeholder 8">
            <a:extLst>
              <a:ext uri="{FF2B5EF4-FFF2-40B4-BE49-F238E27FC236}">
                <a16:creationId xmlns:a16="http://schemas.microsoft.com/office/drawing/2014/main" id="{920E5A23-7457-D569-77A4-37A2D9A74B76}"/>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descr="Lilly Logo">
            <a:extLst>
              <a:ext uri="{FF2B5EF4-FFF2-40B4-BE49-F238E27FC236}">
                <a16:creationId xmlns:a16="http://schemas.microsoft.com/office/drawing/2014/main" id="{FC6B477F-E225-69FE-81F9-36107F11DA9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141578943"/>
      </p:ext>
    </p:extLst>
  </p:cSld>
  <p:clrMapOvr>
    <a:overrideClrMapping bg1="lt1" tx1="dk1" bg2="lt2" tx2="dk2" accent1="accent1" accent2="accent2" accent3="accent3" accent4="accent4" accent5="accent5" accent6="accent6" hlink="hlink" folHlink="folHlink"/>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Neutral Sage">
    <p:bg>
      <p:bgPr>
        <a:solidFill>
          <a:srgbClr val="C6DCD8"/>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41127B-1FFE-47BE-573E-2B787B28E067}"/>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98876C61-846E-D20A-CCFD-6D27A27C9858}"/>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58710066-0C2C-84FB-E0BE-299AB67FC5D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71779491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Black and Red">
    <p:bg>
      <p:bgRef idx="1001">
        <a:schemeClr val="bg1"/>
      </p:bgRef>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D8C92394-9294-C448-588A-6CEC498483BA}"/>
              </a:ext>
            </a:extLst>
          </p:cNvPr>
          <p:cNvSpPr txBox="1"/>
          <p:nvPr userDrawn="1"/>
        </p:nvSpPr>
        <p:spPr>
          <a:xfrm>
            <a:off x="6099600" y="0"/>
            <a:ext cx="6099048" cy="68580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1" name="Footer Placeholder 10">
            <a:extLst>
              <a:ext uri="{FF2B5EF4-FFF2-40B4-BE49-F238E27FC236}">
                <a16:creationId xmlns:a16="http://schemas.microsoft.com/office/drawing/2014/main" id="{D903013C-AAD6-C175-4988-A40FD450CD2C}"/>
              </a:ext>
            </a:extLst>
          </p:cNvPr>
          <p:cNvSpPr>
            <a:spLocks noGrp="1"/>
          </p:cNvSpPr>
          <p:nvPr>
            <p:ph type="ftr" sz="quarter" idx="10"/>
          </p:nvPr>
        </p:nvSpPr>
        <p:spPr/>
        <p:txBody>
          <a:bodyPr/>
          <a:lstStyle/>
          <a:p>
            <a:r>
              <a:rPr lang="en-US"/>
              <a:t>Company Confidential  © 2024 Eli Lilly and Company</a:t>
            </a:r>
          </a:p>
        </p:txBody>
      </p:sp>
      <p:sp>
        <p:nvSpPr>
          <p:cNvPr id="12" name="Slide Number Placeholder 11">
            <a:extLst>
              <a:ext uri="{FF2B5EF4-FFF2-40B4-BE49-F238E27FC236}">
                <a16:creationId xmlns:a16="http://schemas.microsoft.com/office/drawing/2014/main" id="{9BF89B2B-0900-715F-DD8A-C103C0A342FB}"/>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descr="Lilly Logo">
            <a:extLst>
              <a:ext uri="{FF2B5EF4-FFF2-40B4-BE49-F238E27FC236}">
                <a16:creationId xmlns:a16="http://schemas.microsoft.com/office/drawing/2014/main" id="{D2363839-810A-1A57-3E02-D40239662BB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015636952"/>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Bold Brown and Vibrant Coral">
    <p:bg>
      <p:bgPr>
        <a:solidFill>
          <a:schemeClr val="bg2"/>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8CEF30A3-0D61-2402-CDFD-3EC9FE1667C5}"/>
              </a:ext>
            </a:extLst>
          </p:cNvPr>
          <p:cNvSpPr txBox="1"/>
          <p:nvPr userDrawn="1"/>
        </p:nvSpPr>
        <p:spPr>
          <a:xfrm>
            <a:off x="6099600" y="0"/>
            <a:ext cx="6099048" cy="6858000"/>
          </a:xfrm>
          <a:prstGeom prst="rect">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3F8D11CB-F744-9B72-DFB3-C7DD197FE6E2}"/>
              </a:ext>
            </a:extLst>
          </p:cNvPr>
          <p:cNvSpPr>
            <a:spLocks noGrp="1"/>
          </p:cNvSpPr>
          <p:nvPr>
            <p:ph type="ftr" sz="quarter" idx="10"/>
          </p:nvPr>
        </p:nvSpPr>
        <p:spPr/>
        <p:txBody>
          <a:bodyPr/>
          <a:lstStyle/>
          <a:p>
            <a:r>
              <a:rPr lang="en-US"/>
              <a:t>Company Confidential  © 2024 Eli Lilly and Company</a:t>
            </a:r>
          </a:p>
        </p:txBody>
      </p:sp>
      <p:sp>
        <p:nvSpPr>
          <p:cNvPr id="5" name="Slide Number Placeholder 4">
            <a:extLst>
              <a:ext uri="{FF2B5EF4-FFF2-40B4-BE49-F238E27FC236}">
                <a16:creationId xmlns:a16="http://schemas.microsoft.com/office/drawing/2014/main" id="{9DCA2F63-24BF-1619-BA8A-B0C03D1D483D}"/>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A1A249A8-728C-4A04-C462-6B3A776EF29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610907304"/>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Vibrant Coral and Vibrant Orange">
    <p:bg>
      <p:bgPr>
        <a:solidFill>
          <a:schemeClr val="accent6"/>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1066CCC6-BBBB-2238-5375-08C1BB7A21A4}"/>
              </a:ext>
            </a:extLst>
          </p:cNvPr>
          <p:cNvSpPr txBox="1"/>
          <p:nvPr userDrawn="1"/>
        </p:nvSpPr>
        <p:spPr>
          <a:xfrm>
            <a:off x="6096000" y="0"/>
            <a:ext cx="6099048" cy="6858000"/>
          </a:xfrm>
          <a:prstGeom prst="rect">
            <a:avLst/>
          </a:prstGeom>
          <a:solidFill>
            <a:srgbClr val="FDD1B0"/>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0B3C8DF1-9030-253E-3B4D-AEEE5DD8E357}"/>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FD60AD2C-B57C-2182-3EBD-689676CACAE9}"/>
              </a:ext>
            </a:extLst>
          </p:cNvPr>
          <p:cNvSpPr>
            <a:spLocks noGrp="1"/>
          </p:cNvSpPr>
          <p:nvPr>
            <p:ph type="sldNum" idx="11"/>
          </p:nvPr>
        </p:nvSpPr>
        <p:spPr/>
        <p:txBody>
          <a:bodyPr/>
          <a:lstStyle/>
          <a:p>
            <a:fld id="{00000000-1234-1234-1234-123412341234}" type="slidenum">
              <a:rPr lang="en" smtClean="0"/>
              <a:pPr/>
              <a:t>‹#›</a:t>
            </a:fld>
            <a:endParaRPr lang="en"/>
          </a:p>
        </p:txBody>
      </p:sp>
      <p:pic>
        <p:nvPicPr>
          <p:cNvPr id="6" name="Graphic 5" descr="Lilly Logo">
            <a:extLst>
              <a:ext uri="{FF2B5EF4-FFF2-40B4-BE49-F238E27FC236}">
                <a16:creationId xmlns:a16="http://schemas.microsoft.com/office/drawing/2014/main" id="{7219C4BA-7CC4-DCC0-B415-72E6B046F5E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894121307"/>
      </p:ext>
    </p:extLst>
  </p:cSld>
  <p:clrMapOvr>
    <a:overrideClrMapping bg1="lt1" tx1="dk1" bg2="lt2" tx2="dk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Bold Grey and Vibrant Gold">
    <p:bg>
      <p:bgPr>
        <a:solidFill>
          <a:srgbClr val="8A969E"/>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C5433B73-DDEC-0660-EE8E-94E632A15178}"/>
              </a:ext>
            </a:extLst>
          </p:cNvPr>
          <p:cNvSpPr txBox="1"/>
          <p:nvPr userDrawn="1"/>
        </p:nvSpPr>
        <p:spPr>
          <a:xfrm>
            <a:off x="6099600" y="0"/>
            <a:ext cx="6099048" cy="6858000"/>
          </a:xfrm>
          <a:prstGeom prst="rect">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722E5B61-81DA-2E54-81B2-110C020B4DA5}"/>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2874FFB3-35F9-B525-0C51-5AB13BF9B9A8}"/>
              </a:ext>
            </a:extLst>
          </p:cNvPr>
          <p:cNvSpPr>
            <a:spLocks noGrp="1"/>
          </p:cNvSpPr>
          <p:nvPr>
            <p:ph type="sldNum" idx="11"/>
          </p:nvPr>
        </p:nvSpPr>
        <p:spPr/>
        <p:txBody>
          <a:bodyPr/>
          <a:lstStyle/>
          <a:p>
            <a:fld id="{00000000-1234-1234-1234-123412341234}" type="slidenum">
              <a:rPr lang="en" smtClean="0"/>
              <a:pPr/>
              <a:t>‹#›</a:t>
            </a:fld>
            <a:endParaRPr lang="en"/>
          </a:p>
        </p:txBody>
      </p:sp>
      <p:pic>
        <p:nvPicPr>
          <p:cNvPr id="7" name="Graphic 6" descr="Lilly Logo">
            <a:extLst>
              <a:ext uri="{FF2B5EF4-FFF2-40B4-BE49-F238E27FC236}">
                <a16:creationId xmlns:a16="http://schemas.microsoft.com/office/drawing/2014/main" id="{82A33979-656F-4830-D581-EA97BC91AF7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937166881"/>
      </p:ext>
    </p:extLst>
  </p:cSld>
  <p:clrMapOvr>
    <a:overrideClrMapping bg1="lt1" tx1="dk1" bg2="lt2" tx2="dk2" accent1="accent1" accent2="accent2" accent3="accent3" accent4="accent4" accent5="accent5" accent6="accent6" hlink="hlink" folHlink="folHlink"/>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Bold Blue and Neutral Rose">
    <p:bg>
      <p:bgPr>
        <a:solidFill>
          <a:schemeClr val="accent2"/>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A1444D88-11A9-4AB2-8037-794498641DD5}"/>
              </a:ext>
            </a:extLst>
          </p:cNvPr>
          <p:cNvSpPr txBox="1"/>
          <p:nvPr userDrawn="1"/>
        </p:nvSpPr>
        <p:spPr>
          <a:xfrm>
            <a:off x="6099048" y="0"/>
            <a:ext cx="6099048" cy="6858000"/>
          </a:xfrm>
          <a:prstGeom prst="rect">
            <a:avLst/>
          </a:prstGeom>
          <a:solidFill>
            <a:srgbClr val="FDE8E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2CCE0376-5957-F02C-1732-0D76A95498BA}"/>
              </a:ext>
            </a:extLst>
          </p:cNvPr>
          <p:cNvSpPr>
            <a:spLocks noGrp="1"/>
          </p:cNvSpPr>
          <p:nvPr>
            <p:ph type="ftr" sz="quarter" idx="10"/>
          </p:nvPr>
        </p:nvSpPr>
        <p:spPr/>
        <p:txBody>
          <a:bodyPr/>
          <a:lstStyle/>
          <a:p>
            <a:r>
              <a:rPr lang="en-US"/>
              <a:t>Company Confidential  © 2024 Eli Lilly and Company</a:t>
            </a:r>
          </a:p>
        </p:txBody>
      </p:sp>
      <p:sp>
        <p:nvSpPr>
          <p:cNvPr id="7" name="Slide Number Placeholder 6">
            <a:extLst>
              <a:ext uri="{FF2B5EF4-FFF2-40B4-BE49-F238E27FC236}">
                <a16:creationId xmlns:a16="http://schemas.microsoft.com/office/drawing/2014/main" id="{E65B1694-0B9D-BCDF-A506-84A9AC166A86}"/>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9BEC5666-3E95-F856-C816-561889AD209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831267468"/>
      </p:ext>
    </p:extLst>
  </p:cSld>
  <p:clrMapOvr>
    <a:overrideClrMapping bg1="lt1" tx1="dk1" bg2="lt2" tx2="dk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Bold Blue and Vibrant Azure">
    <p:bg>
      <p:bgPr>
        <a:solidFill>
          <a:schemeClr val="accent2"/>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8F11EB4E-F745-1F09-720D-3118D13B1790}"/>
              </a:ext>
            </a:extLst>
          </p:cNvPr>
          <p:cNvSpPr txBox="1"/>
          <p:nvPr userDrawn="1"/>
        </p:nvSpPr>
        <p:spPr>
          <a:xfrm>
            <a:off x="6099600" y="0"/>
            <a:ext cx="6099048" cy="6858000"/>
          </a:xfrm>
          <a:prstGeom prst="rect">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442B5C8A-9889-9AB6-6A5E-2B6C93578A0A}"/>
              </a:ext>
            </a:extLst>
          </p:cNvPr>
          <p:cNvSpPr>
            <a:spLocks noGrp="1"/>
          </p:cNvSpPr>
          <p:nvPr>
            <p:ph type="ftr" sz="quarter" idx="10"/>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10965F61-EBCF-3EBF-4E9E-2401A4858760}"/>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7C45AF83-5C51-E8E6-A8D5-1D2B2D50BE9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684980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Bold Blue and Neutral Sage">
    <p:bg>
      <p:bgPr>
        <a:solidFill>
          <a:schemeClr val="accent2"/>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6E89C09C-E750-0A94-987D-D9025F1893E9}"/>
              </a:ext>
            </a:extLst>
          </p:cNvPr>
          <p:cNvSpPr txBox="1"/>
          <p:nvPr userDrawn="1"/>
        </p:nvSpPr>
        <p:spPr>
          <a:xfrm>
            <a:off x="6099600" y="0"/>
            <a:ext cx="6099048" cy="6858000"/>
          </a:xfrm>
          <a:prstGeom prst="rect">
            <a:avLst/>
          </a:prstGeom>
          <a:solidFill>
            <a:srgbClr val="C6DC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D011B7DD-0C72-223D-635B-81987CABB167}"/>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22593A34-7967-87EA-407B-7E67EA406657}"/>
              </a:ext>
            </a:extLst>
          </p:cNvPr>
          <p:cNvSpPr>
            <a:spLocks noGrp="1"/>
          </p:cNvSpPr>
          <p:nvPr>
            <p:ph type="sldNum" idx="11"/>
          </p:nvPr>
        </p:nvSpPr>
        <p:spPr/>
        <p:txBody>
          <a:bodyPr/>
          <a:lstStyle/>
          <a:p>
            <a:fld id="{00000000-1234-1234-1234-123412341234}" type="slidenum">
              <a:rPr lang="en" smtClean="0"/>
              <a:pPr/>
              <a:t>‹#›</a:t>
            </a:fld>
            <a:endParaRPr lang="en"/>
          </a:p>
        </p:txBody>
      </p:sp>
      <p:pic>
        <p:nvPicPr>
          <p:cNvPr id="6" name="Graphic 5" descr="Lilly Logo">
            <a:extLst>
              <a:ext uri="{FF2B5EF4-FFF2-40B4-BE49-F238E27FC236}">
                <a16:creationId xmlns:a16="http://schemas.microsoft.com/office/drawing/2014/main" id="{35A7E62E-5737-83A9-43D5-797B138F72F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97513683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Bold Green and Vibrant Coral">
    <p:bg>
      <p:bgPr>
        <a:solidFill>
          <a:schemeClr val="accent4"/>
        </a:solidFill>
        <a:effectLst/>
      </p:bgPr>
    </p:bg>
    <p:spTree>
      <p:nvGrpSpPr>
        <p:cNvPr id="1" name=""/>
        <p:cNvGrpSpPr/>
        <p:nvPr/>
      </p:nvGrpSpPr>
      <p:grpSpPr>
        <a:xfrm>
          <a:off x="0" y="0"/>
          <a:ext cx="0" cy="0"/>
          <a:chOff x="0" y="0"/>
          <a:chExt cx="0" cy="0"/>
        </a:xfrm>
      </p:grpSpPr>
      <p:sp>
        <p:nvSpPr>
          <p:cNvPr id="4" name="Google Shape;161;p31">
            <a:extLst>
              <a:ext uri="{FF2B5EF4-FFF2-40B4-BE49-F238E27FC236}">
                <a16:creationId xmlns:a16="http://schemas.microsoft.com/office/drawing/2014/main" id="{09C8A19A-D34B-8FDD-CC7E-12BF835FB6EE}"/>
              </a:ext>
            </a:extLst>
          </p:cNvPr>
          <p:cNvSpPr txBox="1"/>
          <p:nvPr userDrawn="1"/>
        </p:nvSpPr>
        <p:spPr>
          <a:xfrm>
            <a:off x="6099048" y="0"/>
            <a:ext cx="6099600" cy="6858000"/>
          </a:xfrm>
          <a:prstGeom prst="rect">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4" name="Footer Placeholder 13">
            <a:extLst>
              <a:ext uri="{FF2B5EF4-FFF2-40B4-BE49-F238E27FC236}">
                <a16:creationId xmlns:a16="http://schemas.microsoft.com/office/drawing/2014/main" id="{84C97BA9-6ED1-EDBA-E7DA-CC65E9E96728}"/>
              </a:ext>
            </a:extLst>
          </p:cNvPr>
          <p:cNvSpPr>
            <a:spLocks noGrp="1"/>
          </p:cNvSpPr>
          <p:nvPr>
            <p:ph type="ftr" sz="quarter" idx="10"/>
          </p:nvPr>
        </p:nvSpPr>
        <p:spPr/>
        <p:txBody>
          <a:bodyPr/>
          <a:lstStyle/>
          <a:p>
            <a:r>
              <a:rPr lang="en-US"/>
              <a:t>Company Confidential  © 2024 Eli Lilly and Company</a:t>
            </a:r>
          </a:p>
        </p:txBody>
      </p:sp>
      <p:sp>
        <p:nvSpPr>
          <p:cNvPr id="15" name="Slide Number Placeholder 14">
            <a:extLst>
              <a:ext uri="{FF2B5EF4-FFF2-40B4-BE49-F238E27FC236}">
                <a16:creationId xmlns:a16="http://schemas.microsoft.com/office/drawing/2014/main" id="{58EA5993-75D8-A526-26CD-9E97D521A1BC}"/>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descr="Lilly Logo">
            <a:extLst>
              <a:ext uri="{FF2B5EF4-FFF2-40B4-BE49-F238E27FC236}">
                <a16:creationId xmlns:a16="http://schemas.microsoft.com/office/drawing/2014/main" id="{1943D7D0-EC2E-784F-4267-AFCCE9F37F6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945546056"/>
      </p:ext>
    </p:extLst>
  </p:cSld>
  <p:clrMapOvr>
    <a:overrideClrMapping bg1="lt1" tx1="dk1" bg2="lt2" tx2="dk2" accent1="accent1" accent2="accent2" accent3="accent3" accent4="accent4" accent5="accent5" accent6="accent6" hlink="hlink" folHlink="folHlink"/>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Bold Green and Vibrant Gold">
    <p:bg>
      <p:bgPr>
        <a:solidFill>
          <a:schemeClr val="accent4"/>
        </a:solidFill>
        <a:effectLst/>
      </p:bgPr>
    </p:bg>
    <p:spTree>
      <p:nvGrpSpPr>
        <p:cNvPr id="1" name=""/>
        <p:cNvGrpSpPr/>
        <p:nvPr/>
      </p:nvGrpSpPr>
      <p:grpSpPr>
        <a:xfrm>
          <a:off x="0" y="0"/>
          <a:ext cx="0" cy="0"/>
          <a:chOff x="0" y="0"/>
          <a:chExt cx="0" cy="0"/>
        </a:xfrm>
      </p:grpSpPr>
      <p:sp>
        <p:nvSpPr>
          <p:cNvPr id="4" name="Google Shape;161;p31">
            <a:extLst>
              <a:ext uri="{FF2B5EF4-FFF2-40B4-BE49-F238E27FC236}">
                <a16:creationId xmlns:a16="http://schemas.microsoft.com/office/drawing/2014/main" id="{5E8730F4-B379-9264-D110-6E0A2BE28BBE}"/>
              </a:ext>
            </a:extLst>
          </p:cNvPr>
          <p:cNvSpPr txBox="1"/>
          <p:nvPr userDrawn="1"/>
        </p:nvSpPr>
        <p:spPr>
          <a:xfrm>
            <a:off x="6099048" y="0"/>
            <a:ext cx="6099600" cy="6858000"/>
          </a:xfrm>
          <a:prstGeom prst="rect">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62F756A4-2EAE-D65E-52E3-4A4E00A0BDAA}"/>
              </a:ext>
            </a:extLst>
          </p:cNvPr>
          <p:cNvSpPr>
            <a:spLocks noGrp="1"/>
          </p:cNvSpPr>
          <p:nvPr>
            <p:ph type="ftr" sz="quarter" idx="10"/>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295738CE-34E4-0D12-8256-A99A6DAF9A83}"/>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E78C0484-B700-02DB-B191-BA0088E0046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7462047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Bold Green and Neutral Sage">
    <p:bg>
      <p:bgPr>
        <a:solidFill>
          <a:schemeClr val="accent4"/>
        </a:solidFill>
        <a:effectLst/>
      </p:bgPr>
    </p:bg>
    <p:spTree>
      <p:nvGrpSpPr>
        <p:cNvPr id="1" name=""/>
        <p:cNvGrpSpPr/>
        <p:nvPr/>
      </p:nvGrpSpPr>
      <p:grpSpPr>
        <a:xfrm>
          <a:off x="0" y="0"/>
          <a:ext cx="0" cy="0"/>
          <a:chOff x="0" y="0"/>
          <a:chExt cx="0" cy="0"/>
        </a:xfrm>
      </p:grpSpPr>
      <p:sp>
        <p:nvSpPr>
          <p:cNvPr id="4" name="Google Shape;161;p31">
            <a:extLst>
              <a:ext uri="{FF2B5EF4-FFF2-40B4-BE49-F238E27FC236}">
                <a16:creationId xmlns:a16="http://schemas.microsoft.com/office/drawing/2014/main" id="{3A598F32-3159-4C9B-9FCE-52E813BC2D27}"/>
              </a:ext>
            </a:extLst>
          </p:cNvPr>
          <p:cNvSpPr txBox="1"/>
          <p:nvPr userDrawn="1"/>
        </p:nvSpPr>
        <p:spPr>
          <a:xfrm>
            <a:off x="6099048" y="0"/>
            <a:ext cx="6099600" cy="6858000"/>
          </a:xfrm>
          <a:prstGeom prst="rect">
            <a:avLst/>
          </a:prstGeom>
          <a:solidFill>
            <a:srgbClr val="C6DC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562B4E36-7CA8-2015-3DF8-D054F3D020A9}"/>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44D10D6C-8DC8-4B94-7AEA-C7F14E34FAF5}"/>
              </a:ext>
            </a:extLst>
          </p:cNvPr>
          <p:cNvSpPr>
            <a:spLocks noGrp="1"/>
          </p:cNvSpPr>
          <p:nvPr>
            <p:ph type="sldNum" idx="11"/>
          </p:nvPr>
        </p:nvSpPr>
        <p:spPr/>
        <p:txBody>
          <a:bodyPr/>
          <a:lstStyle/>
          <a:p>
            <a:fld id="{00000000-1234-1234-1234-123412341234}" type="slidenum">
              <a:rPr lang="en" smtClean="0"/>
              <a:pPr/>
              <a:t>‹#›</a:t>
            </a:fld>
            <a:endParaRPr lang="en"/>
          </a:p>
        </p:txBody>
      </p:sp>
      <p:pic>
        <p:nvPicPr>
          <p:cNvPr id="6" name="Graphic 5" descr="Lilly Logo">
            <a:extLst>
              <a:ext uri="{FF2B5EF4-FFF2-40B4-BE49-F238E27FC236}">
                <a16:creationId xmlns:a16="http://schemas.microsoft.com/office/drawing/2014/main" id="{BCF19112-32EF-4117-49A6-AB4541D16F3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95790614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Red and Blue" preserve="1">
  <p:cSld name="Red and Blue">
    <p:bg>
      <p:bgPr>
        <a:solidFill>
          <a:schemeClr val="accent1"/>
        </a:solidFill>
        <a:effectLst/>
      </p:bgPr>
    </p:bg>
    <p:spTree>
      <p:nvGrpSpPr>
        <p:cNvPr id="1" name="Shape 139"/>
        <p:cNvGrpSpPr/>
        <p:nvPr/>
      </p:nvGrpSpPr>
      <p:grpSpPr>
        <a:xfrm>
          <a:off x="0" y="0"/>
          <a:ext cx="0" cy="0"/>
          <a:chOff x="0" y="0"/>
          <a:chExt cx="0" cy="0"/>
        </a:xfrm>
      </p:grpSpPr>
      <p:sp>
        <p:nvSpPr>
          <p:cNvPr id="140" name="Google Shape;140;p28"/>
          <p:cNvSpPr txBox="1"/>
          <p:nvPr/>
        </p:nvSpPr>
        <p:spPr>
          <a:xfrm>
            <a:off x="6099048" y="0"/>
            <a:ext cx="6099600" cy="6858000"/>
          </a:xfrm>
          <a:prstGeom prst="rect">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45BD708D-4B30-675B-C94B-3685E7F1400B}"/>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A2ADA769-3C99-A5EC-F4B8-9C2090FCA4FA}"/>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A3055280-96E9-CBC9-A333-DC001D75B31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82276524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Vibrant Azure and Neutral Stone">
    <p:bg>
      <p:bgPr>
        <a:solidFill>
          <a:schemeClr val="accent3"/>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746037C6-49A0-2CFF-6B34-286B73D401A5}"/>
              </a:ext>
            </a:extLst>
          </p:cNvPr>
          <p:cNvSpPr txBox="1"/>
          <p:nvPr userDrawn="1"/>
        </p:nvSpPr>
        <p:spPr>
          <a:xfrm>
            <a:off x="6099048" y="0"/>
            <a:ext cx="6099048" cy="6858000"/>
          </a:xfrm>
          <a:prstGeom prst="rect">
            <a:avLst/>
          </a:prstGeom>
          <a:solidFill>
            <a:srgbClr val="E4EBF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28350D8A-070E-B09A-A5EF-CC7DF9348055}"/>
              </a:ext>
            </a:extLst>
          </p:cNvPr>
          <p:cNvSpPr>
            <a:spLocks noGrp="1"/>
          </p:cNvSpPr>
          <p:nvPr>
            <p:ph type="ftr" sz="quarter" idx="10"/>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CBC062A1-026A-D2D0-7896-0FDED0CFBB91}"/>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5C07D0D1-BFD3-FBAA-D1C0-95ACC7EE1E4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58105046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Vibrant Coral and Pink">
    <p:bg>
      <p:bgPr>
        <a:solidFill>
          <a:schemeClr val="accent6"/>
        </a:solidFill>
        <a:effectLst/>
      </p:bgPr>
    </p:bg>
    <p:spTree>
      <p:nvGrpSpPr>
        <p:cNvPr id="1" name=""/>
        <p:cNvGrpSpPr/>
        <p:nvPr/>
      </p:nvGrpSpPr>
      <p:grpSpPr>
        <a:xfrm>
          <a:off x="0" y="0"/>
          <a:ext cx="0" cy="0"/>
          <a:chOff x="0" y="0"/>
          <a:chExt cx="0" cy="0"/>
        </a:xfrm>
      </p:grpSpPr>
      <p:sp>
        <p:nvSpPr>
          <p:cNvPr id="4" name="Google Shape;168;p32">
            <a:extLst>
              <a:ext uri="{FF2B5EF4-FFF2-40B4-BE49-F238E27FC236}">
                <a16:creationId xmlns:a16="http://schemas.microsoft.com/office/drawing/2014/main" id="{4E4D00AB-FA68-E139-D39F-B729EC8136F3}"/>
              </a:ext>
            </a:extLst>
          </p:cNvPr>
          <p:cNvSpPr txBox="1"/>
          <p:nvPr userDrawn="1"/>
        </p:nvSpPr>
        <p:spPr>
          <a:xfrm>
            <a:off x="6099048"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C3481B50-9B8E-284C-9369-EFCF3B98B59A}"/>
              </a:ext>
            </a:extLst>
          </p:cNvPr>
          <p:cNvSpPr>
            <a:spLocks noGrp="1"/>
          </p:cNvSpPr>
          <p:nvPr>
            <p:ph type="ftr" sz="quarter" idx="10"/>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F2BA5445-A9BB-B4A8-C095-0B4E6A8E7C6D}"/>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1DD611E7-A7BE-FE00-315A-50721D9B56E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254714807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Vibrant Gold and Vibrant Orange">
    <p:bg>
      <p:bgPr>
        <a:solidFill>
          <a:schemeClr val="accent5"/>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FD05E963-EF1C-6F1B-1CF2-86E33DBF65E2}"/>
              </a:ext>
            </a:extLst>
          </p:cNvPr>
          <p:cNvSpPr txBox="1"/>
          <p:nvPr userDrawn="1"/>
        </p:nvSpPr>
        <p:spPr>
          <a:xfrm>
            <a:off x="6099600" y="0"/>
            <a:ext cx="6099048" cy="6858000"/>
          </a:xfrm>
          <a:prstGeom prst="rect">
            <a:avLst/>
          </a:prstGeom>
          <a:solidFill>
            <a:srgbClr val="FDD1B0"/>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6D62E88C-FF5B-EA16-850F-5865FE687622}"/>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3DE070AA-F576-D824-C559-7913128339B9}"/>
              </a:ext>
            </a:extLst>
          </p:cNvPr>
          <p:cNvSpPr>
            <a:spLocks noGrp="1"/>
          </p:cNvSpPr>
          <p:nvPr>
            <p:ph type="sldNum" idx="11"/>
          </p:nvPr>
        </p:nvSpPr>
        <p:spPr/>
        <p:txBody>
          <a:bodyPr/>
          <a:lstStyle/>
          <a:p>
            <a:fld id="{00000000-1234-1234-1234-123412341234}" type="slidenum">
              <a:rPr lang="en" smtClean="0"/>
              <a:pPr/>
              <a:t>‹#›</a:t>
            </a:fld>
            <a:endParaRPr lang="en"/>
          </a:p>
        </p:txBody>
      </p:sp>
      <p:pic>
        <p:nvPicPr>
          <p:cNvPr id="6" name="Graphic 5" descr="Lilly Logo">
            <a:extLst>
              <a:ext uri="{FF2B5EF4-FFF2-40B4-BE49-F238E27FC236}">
                <a16:creationId xmlns:a16="http://schemas.microsoft.com/office/drawing/2014/main" id="{793A8C23-5DF7-9599-0436-9F9F68DBBDA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25048965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Neutral Sage and Neutral Stone">
    <p:bg>
      <p:bgPr>
        <a:solidFill>
          <a:srgbClr val="C6DCD8"/>
        </a:solidFill>
        <a:effectLst/>
      </p:bgPr>
    </p:bg>
    <p:spTree>
      <p:nvGrpSpPr>
        <p:cNvPr id="1" name=""/>
        <p:cNvGrpSpPr/>
        <p:nvPr/>
      </p:nvGrpSpPr>
      <p:grpSpPr>
        <a:xfrm>
          <a:off x="0" y="0"/>
          <a:ext cx="0" cy="0"/>
          <a:chOff x="0" y="0"/>
          <a:chExt cx="0" cy="0"/>
        </a:xfrm>
      </p:grpSpPr>
      <p:sp>
        <p:nvSpPr>
          <p:cNvPr id="4" name="Google Shape;126;p26">
            <a:extLst>
              <a:ext uri="{FF2B5EF4-FFF2-40B4-BE49-F238E27FC236}">
                <a16:creationId xmlns:a16="http://schemas.microsoft.com/office/drawing/2014/main" id="{6F1A950B-6F13-FAD4-531A-60923E4A428D}"/>
              </a:ext>
            </a:extLst>
          </p:cNvPr>
          <p:cNvSpPr txBox="1"/>
          <p:nvPr userDrawn="1"/>
        </p:nvSpPr>
        <p:spPr>
          <a:xfrm>
            <a:off x="6099600" y="0"/>
            <a:ext cx="6099048" cy="6858000"/>
          </a:xfrm>
          <a:prstGeom prst="rect">
            <a:avLst/>
          </a:prstGeom>
          <a:solidFill>
            <a:srgbClr val="E4EBF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Footer Placeholder 2">
            <a:extLst>
              <a:ext uri="{FF2B5EF4-FFF2-40B4-BE49-F238E27FC236}">
                <a16:creationId xmlns:a16="http://schemas.microsoft.com/office/drawing/2014/main" id="{EA1B2FE4-0FF5-4B47-1149-F9C3158A0E04}"/>
              </a:ext>
            </a:extLst>
          </p:cNvPr>
          <p:cNvSpPr>
            <a:spLocks noGrp="1"/>
          </p:cNvSpPr>
          <p:nvPr>
            <p:ph type="ftr" sz="quarter" idx="10"/>
          </p:nvPr>
        </p:nvSpPr>
        <p:spPr/>
        <p:txBody>
          <a:bodyPr/>
          <a:lstStyle/>
          <a:p>
            <a:r>
              <a:rPr lang="en-US"/>
              <a:t>Company Confidential  © 2024 Eli Lilly and Company</a:t>
            </a:r>
          </a:p>
        </p:txBody>
      </p:sp>
      <p:sp>
        <p:nvSpPr>
          <p:cNvPr id="8" name="Slide Number Placeholder 7">
            <a:extLst>
              <a:ext uri="{FF2B5EF4-FFF2-40B4-BE49-F238E27FC236}">
                <a16:creationId xmlns:a16="http://schemas.microsoft.com/office/drawing/2014/main" id="{B47F558E-C82A-5E7B-94E0-77370DA04FAB}"/>
              </a:ext>
            </a:extLst>
          </p:cNvPr>
          <p:cNvSpPr>
            <a:spLocks noGrp="1"/>
          </p:cNvSpPr>
          <p:nvPr>
            <p:ph type="sldNum" idx="11"/>
          </p:nvPr>
        </p:nvSpPr>
        <p:spPr/>
        <p:txBody>
          <a:bodyPr/>
          <a:lstStyle/>
          <a:p>
            <a:fld id="{00000000-1234-1234-1234-123412341234}" type="slidenum">
              <a:rPr lang="en" smtClean="0"/>
              <a:pPr/>
              <a:t>‹#›</a:t>
            </a:fld>
            <a:endParaRPr lang="en"/>
          </a:p>
        </p:txBody>
      </p:sp>
      <p:pic>
        <p:nvPicPr>
          <p:cNvPr id="2" name="Graphic 1" descr="Lilly Logo">
            <a:extLst>
              <a:ext uri="{FF2B5EF4-FFF2-40B4-BE49-F238E27FC236}">
                <a16:creationId xmlns:a16="http://schemas.microsoft.com/office/drawing/2014/main" id="{77C0D1BC-C022-077B-F0F3-FD47E488DCE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69846861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Vibrant Gold and Bold Green">
    <p:bg>
      <p:bgPr>
        <a:solidFill>
          <a:schemeClr val="accent5"/>
        </a:solidFill>
        <a:effectLst/>
      </p:bgPr>
    </p:bg>
    <p:spTree>
      <p:nvGrpSpPr>
        <p:cNvPr id="1" name=""/>
        <p:cNvGrpSpPr/>
        <p:nvPr/>
      </p:nvGrpSpPr>
      <p:grpSpPr>
        <a:xfrm>
          <a:off x="0" y="0"/>
          <a:ext cx="0" cy="0"/>
          <a:chOff x="0" y="0"/>
          <a:chExt cx="0" cy="0"/>
        </a:xfrm>
      </p:grpSpPr>
      <p:sp>
        <p:nvSpPr>
          <p:cNvPr id="4" name="Google Shape;154;p30">
            <a:extLst>
              <a:ext uri="{FF2B5EF4-FFF2-40B4-BE49-F238E27FC236}">
                <a16:creationId xmlns:a16="http://schemas.microsoft.com/office/drawing/2014/main" id="{021788CD-93C6-293C-2D8E-8498377BA399}"/>
              </a:ext>
            </a:extLst>
          </p:cNvPr>
          <p:cNvSpPr txBox="1"/>
          <p:nvPr userDrawn="1"/>
        </p:nvSpPr>
        <p:spPr>
          <a:xfrm>
            <a:off x="6092400" y="0"/>
            <a:ext cx="6099600" cy="6858000"/>
          </a:xfrm>
          <a:prstGeom prst="rect">
            <a:avLst/>
          </a:prstGeom>
          <a:solidFill>
            <a:schemeClr val="accent4"/>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01BE1444-0776-2766-8BD5-F9EF437C39EF}"/>
              </a:ext>
            </a:extLst>
          </p:cNvPr>
          <p:cNvSpPr>
            <a:spLocks noGrp="1"/>
          </p:cNvSpPr>
          <p:nvPr>
            <p:ph type="ftr" sz="quarter" idx="10"/>
          </p:nvPr>
        </p:nvSpPr>
        <p:spPr/>
        <p:txBody>
          <a:bodyPr/>
          <a:lstStyle>
            <a:lvl1pPr>
              <a:defRPr>
                <a:solidFill>
                  <a:schemeClr val="bg1"/>
                </a:solidFill>
              </a:defRPr>
            </a:lvl1pPr>
          </a:lstStyle>
          <a:p>
            <a:r>
              <a:rPr lang="en-US"/>
              <a:t>Company Confidential  © 2024 Eli Lilly and Company</a:t>
            </a:r>
          </a:p>
        </p:txBody>
      </p:sp>
      <p:sp>
        <p:nvSpPr>
          <p:cNvPr id="3" name="Slide Number Placeholder 2">
            <a:extLst>
              <a:ext uri="{FF2B5EF4-FFF2-40B4-BE49-F238E27FC236}">
                <a16:creationId xmlns:a16="http://schemas.microsoft.com/office/drawing/2014/main" id="{2EEBD25C-8B18-AEB4-7CF2-6BFD58BEBD95}"/>
              </a:ext>
            </a:extLst>
          </p:cNvPr>
          <p:cNvSpPr>
            <a:spLocks noGrp="1"/>
          </p:cNvSpPr>
          <p:nvPr>
            <p:ph type="sldNum" idx="11"/>
          </p:nvPr>
        </p:nvSpPr>
        <p:spPr/>
        <p:txBody>
          <a:bodyPr/>
          <a:lstStyle>
            <a:lvl1pPr>
              <a:defRPr>
                <a:solidFill>
                  <a:schemeClr val="bg1"/>
                </a:solidFill>
              </a:defRPr>
            </a:lvl1p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38EB5089-A6C4-8114-AC39-653FB028047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117029156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Pink and Red" preserve="1">
  <p:cSld name="Pink and Red">
    <p:bg>
      <p:bgPr>
        <a:solidFill>
          <a:schemeClr val="tx2"/>
        </a:solidFill>
        <a:effectLst/>
      </p:bgPr>
    </p:bg>
    <p:spTree>
      <p:nvGrpSpPr>
        <p:cNvPr id="1" name="Shape 167"/>
        <p:cNvGrpSpPr/>
        <p:nvPr/>
      </p:nvGrpSpPr>
      <p:grpSpPr>
        <a:xfrm>
          <a:off x="0" y="0"/>
          <a:ext cx="0" cy="0"/>
          <a:chOff x="0" y="0"/>
          <a:chExt cx="0" cy="0"/>
        </a:xfrm>
      </p:grpSpPr>
      <p:sp>
        <p:nvSpPr>
          <p:cNvPr id="168" name="Google Shape;168;p32"/>
          <p:cNvSpPr txBox="1"/>
          <p:nvPr/>
        </p:nvSpPr>
        <p:spPr>
          <a:xfrm>
            <a:off x="6092400" y="0"/>
            <a:ext cx="6099600" cy="68580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4" name="Footer Placeholder 3">
            <a:extLst>
              <a:ext uri="{FF2B5EF4-FFF2-40B4-BE49-F238E27FC236}">
                <a16:creationId xmlns:a16="http://schemas.microsoft.com/office/drawing/2014/main" id="{111E649E-4FEE-59E9-C264-F2A29F904D92}"/>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02351E68-EF86-A820-EC41-F75449B80C10}"/>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222461798"/>
      </p:ext>
    </p:extLst>
  </p:cSld>
  <p:clrMapOvr>
    <a:overrideClrMapping bg1="dk1" tx1="lt1" bg2="dk2" tx2="lt2" accent1="accent1" accent2="accent2" accent3="accent3" accent4="accent4" accent5="accent5" accent6="accent6" hlink="hlink" folHlink="folHlink"/>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Neutral Rose and Pink">
    <p:bg>
      <p:bgPr>
        <a:solidFill>
          <a:srgbClr val="FDE8E5"/>
        </a:solidFill>
        <a:effectLst/>
      </p:bgPr>
    </p:bg>
    <p:spTree>
      <p:nvGrpSpPr>
        <p:cNvPr id="1" name=""/>
        <p:cNvGrpSpPr/>
        <p:nvPr/>
      </p:nvGrpSpPr>
      <p:grpSpPr>
        <a:xfrm>
          <a:off x="0" y="0"/>
          <a:ext cx="0" cy="0"/>
          <a:chOff x="0" y="0"/>
          <a:chExt cx="0" cy="0"/>
        </a:xfrm>
      </p:grpSpPr>
      <p:sp>
        <p:nvSpPr>
          <p:cNvPr id="4" name="Google Shape;168;p32">
            <a:extLst>
              <a:ext uri="{FF2B5EF4-FFF2-40B4-BE49-F238E27FC236}">
                <a16:creationId xmlns:a16="http://schemas.microsoft.com/office/drawing/2014/main" id="{1870BD6A-3782-545C-84C8-A727B3EA6BCA}"/>
              </a:ext>
            </a:extLst>
          </p:cNvPr>
          <p:cNvSpPr txBox="1"/>
          <p:nvPr userDrawn="1"/>
        </p:nvSpPr>
        <p:spPr>
          <a:xfrm>
            <a:off x="6092400"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33BC27CC-7C44-0DA3-EBB9-A04BDAA167B5}"/>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498ACF51-59A5-8F14-E1FC-E9F205A2B1F6}"/>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746954386"/>
      </p:ext>
    </p:extLst>
  </p:cSld>
  <p:clrMapOvr>
    <a:overrideClrMapping bg1="lt1" tx1="dk1" bg2="lt2" tx2="dk2" accent1="accent1" accent2="accent2" accent3="accent3" accent4="accent4" accent5="accent5" accent6="accent6" hlink="hlink" folHlink="folHlink"/>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White and Red" preserve="1">
  <p:cSld name="White and Red">
    <p:bg>
      <p:bgPr>
        <a:solidFill>
          <a:schemeClr val="tx1"/>
        </a:solidFill>
        <a:effectLst/>
      </p:bgPr>
    </p:bg>
    <p:spTree>
      <p:nvGrpSpPr>
        <p:cNvPr id="1" name="Shape 174"/>
        <p:cNvGrpSpPr/>
        <p:nvPr/>
      </p:nvGrpSpPr>
      <p:grpSpPr>
        <a:xfrm>
          <a:off x="0" y="0"/>
          <a:ext cx="0" cy="0"/>
          <a:chOff x="0" y="0"/>
          <a:chExt cx="0" cy="0"/>
        </a:xfrm>
      </p:grpSpPr>
      <p:sp>
        <p:nvSpPr>
          <p:cNvPr id="175" name="Google Shape;175;p33"/>
          <p:cNvSpPr txBox="1"/>
          <p:nvPr userDrawn="1"/>
        </p:nvSpPr>
        <p:spPr>
          <a:xfrm>
            <a:off x="6092400" y="0"/>
            <a:ext cx="6099600" cy="68580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7B7D8F88-716C-126B-6788-0533CEB2974C}"/>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CBC4FDF0-F456-5C80-3615-FD3AD03E36F1}"/>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697654601"/>
      </p:ext>
    </p:extLst>
  </p:cSld>
  <p:clrMapOvr>
    <a:overrideClrMapping bg1="dk1" tx1="lt1" bg2="dk2" tx2="lt2" accent1="accent1" accent2="accent2" accent3="accent3" accent4="accent4" accent5="accent5" accent6="accent6" hlink="hlink" folHlink="folHlink"/>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White and Red" preserve="1">
  <p:cSld name="1_White and Red">
    <p:bg>
      <p:bgPr>
        <a:solidFill>
          <a:schemeClr val="tx1"/>
        </a:solidFill>
        <a:effectLst/>
      </p:bgPr>
    </p:bg>
    <p:spTree>
      <p:nvGrpSpPr>
        <p:cNvPr id="1" name="Shape 174"/>
        <p:cNvGrpSpPr/>
        <p:nvPr/>
      </p:nvGrpSpPr>
      <p:grpSpPr>
        <a:xfrm>
          <a:off x="0" y="0"/>
          <a:ext cx="0" cy="0"/>
          <a:chOff x="0" y="0"/>
          <a:chExt cx="0" cy="0"/>
        </a:xfrm>
      </p:grpSpPr>
      <p:sp>
        <p:nvSpPr>
          <p:cNvPr id="175" name="Google Shape;175;p33"/>
          <p:cNvSpPr txBox="1"/>
          <p:nvPr userDrawn="1"/>
        </p:nvSpPr>
        <p:spPr>
          <a:xfrm>
            <a:off x="-3600" y="0"/>
            <a:ext cx="6099600" cy="68580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7B7D8F88-716C-126B-6788-0533CEB2974C}"/>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CBC4FDF0-F456-5C80-3615-FD3AD03E36F1}"/>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descr="Lilly Logo">
            <a:extLst>
              <a:ext uri="{FF2B5EF4-FFF2-40B4-BE49-F238E27FC236}">
                <a16:creationId xmlns:a16="http://schemas.microsoft.com/office/drawing/2014/main" id="{DC0B1046-F8D9-2A0C-740E-84B529A362C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611164700"/>
      </p:ext>
    </p:extLst>
  </p:cSld>
  <p:clrMapOvr>
    <a:overrideClrMapping bg1="dk1" tx1="lt1" bg2="dk2" tx2="lt2" accent1="accent1" accent2="accent2" accent3="accent3" accent4="accent4" accent5="accent5" accent6="accent6" hlink="hlink" folHlink="folHlink"/>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White and Pink" preserve="1">
  <p:cSld name="White and Pink">
    <p:spTree>
      <p:nvGrpSpPr>
        <p:cNvPr id="1" name="Shape 202"/>
        <p:cNvGrpSpPr/>
        <p:nvPr/>
      </p:nvGrpSpPr>
      <p:grpSpPr>
        <a:xfrm>
          <a:off x="0" y="0"/>
          <a:ext cx="0" cy="0"/>
          <a:chOff x="0" y="0"/>
          <a:chExt cx="0" cy="0"/>
        </a:xfrm>
      </p:grpSpPr>
      <p:sp>
        <p:nvSpPr>
          <p:cNvPr id="203" name="Google Shape;203;p37"/>
          <p:cNvSpPr txBox="1"/>
          <p:nvPr/>
        </p:nvSpPr>
        <p:spPr>
          <a:xfrm>
            <a:off x="6092400"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B8E36140-7D9B-23AC-F661-22C62F132714}"/>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C14B4CB4-C84E-6511-6895-D571A8A846D8}"/>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29049136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White and Pink" preserve="1">
  <p:cSld name="1_White and Pink">
    <p:spTree>
      <p:nvGrpSpPr>
        <p:cNvPr id="1" name="Shape 202"/>
        <p:cNvGrpSpPr/>
        <p:nvPr/>
      </p:nvGrpSpPr>
      <p:grpSpPr>
        <a:xfrm>
          <a:off x="0" y="0"/>
          <a:ext cx="0" cy="0"/>
          <a:chOff x="0" y="0"/>
          <a:chExt cx="0" cy="0"/>
        </a:xfrm>
      </p:grpSpPr>
      <p:sp>
        <p:nvSpPr>
          <p:cNvPr id="203" name="Google Shape;203;p37"/>
          <p:cNvSpPr txBox="1"/>
          <p:nvPr/>
        </p:nvSpPr>
        <p:spPr>
          <a:xfrm>
            <a:off x="12723"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B8E36140-7D9B-23AC-F661-22C62F132714}"/>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C14B4CB4-C84E-6511-6895-D571A8A846D8}"/>
              </a:ext>
            </a:extLst>
          </p:cNvPr>
          <p:cNvSpPr>
            <a:spLocks noGrp="1"/>
          </p:cNvSpPr>
          <p:nvPr>
            <p:ph type="sldNum" idx="11"/>
          </p:nvPr>
        </p:nvSpPr>
        <p:spPr/>
        <p:txBody>
          <a:bodyPr/>
          <a:lstStyle/>
          <a:p>
            <a:fld id="{00000000-1234-1234-1234-123412341234}" type="slidenum">
              <a:rPr lang="en" smtClean="0"/>
              <a:pPr/>
              <a:t>‹#›</a:t>
            </a:fld>
            <a:endParaRPr lang="en"/>
          </a:p>
        </p:txBody>
      </p:sp>
      <p:pic>
        <p:nvPicPr>
          <p:cNvPr id="3" name="Graphic 2" descr="Lilly Logo">
            <a:extLst>
              <a:ext uri="{FF2B5EF4-FFF2-40B4-BE49-F238E27FC236}">
                <a16:creationId xmlns:a16="http://schemas.microsoft.com/office/drawing/2014/main" id="{BE21979C-DB4F-7E58-A172-FFE09FB91CE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89378" y="6412833"/>
            <a:ext cx="484391" cy="264534"/>
          </a:xfrm>
          <a:prstGeom prst="rect">
            <a:avLst/>
          </a:prstGeom>
        </p:spPr>
      </p:pic>
    </p:spTree>
    <p:extLst>
      <p:ext uri="{BB962C8B-B14F-4D97-AF65-F5344CB8AC3E}">
        <p14:creationId xmlns:p14="http://schemas.microsoft.com/office/powerpoint/2010/main" val="157143094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White and Bold Brown">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6C01281B-B095-A32C-1D35-942861334395}"/>
              </a:ext>
            </a:extLst>
          </p:cNvPr>
          <p:cNvSpPr txBox="1"/>
          <p:nvPr userDrawn="1"/>
        </p:nvSpPr>
        <p:spPr>
          <a:xfrm>
            <a:off x="6092400"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7C7E3C4-AFE1-15D2-5646-80B860024012}"/>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A173FD20-69BB-6866-10DE-53B0B26032D1}"/>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392270836"/>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White and Bold Brown">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6C01281B-B095-A32C-1D35-942861334395}"/>
              </a:ext>
            </a:extLst>
          </p:cNvPr>
          <p:cNvSpPr txBox="1"/>
          <p:nvPr userDrawn="1"/>
        </p:nvSpPr>
        <p:spPr>
          <a:xfrm>
            <a:off x="-3600" y="0"/>
            <a:ext cx="6099600" cy="6858000"/>
          </a:xfrm>
          <a:prstGeom prst="rect">
            <a:avLst/>
          </a:prstGeom>
          <a:solidFill>
            <a:schemeClr val="bg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7C7E3C4-AFE1-15D2-5646-80B860024012}"/>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A173FD20-69BB-6866-10DE-53B0B26032D1}"/>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5A4E2A6A-9611-5308-9908-87E4B21FDC4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424" y="6424246"/>
            <a:ext cx="451103" cy="246355"/>
          </a:xfrm>
          <a:prstGeom prst="rect">
            <a:avLst/>
          </a:prstGeom>
        </p:spPr>
      </p:pic>
    </p:spTree>
    <p:extLst>
      <p:ext uri="{BB962C8B-B14F-4D97-AF65-F5344CB8AC3E}">
        <p14:creationId xmlns:p14="http://schemas.microsoft.com/office/powerpoint/2010/main" val="2084855416"/>
      </p:ext>
    </p:extLst>
  </p:cSld>
  <p:clrMapOvr>
    <a:overrideClrMapping bg1="dk1" tx1="lt1" bg2="dk2" tx2="lt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White and Vibrant Coral">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7D611C8-25A7-D9FF-501F-5E07AB12707D}"/>
              </a:ext>
            </a:extLst>
          </p:cNvPr>
          <p:cNvSpPr txBox="1"/>
          <p:nvPr userDrawn="1"/>
        </p:nvSpPr>
        <p:spPr>
          <a:xfrm>
            <a:off x="6092400" y="0"/>
            <a:ext cx="6099600" cy="6858000"/>
          </a:xfrm>
          <a:prstGeom prst="rect">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D6F99ACE-A4B3-58D1-AD1B-D4BE991D63C6}"/>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30274C34-F6A9-4BBB-D901-3369486E0A75}"/>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6181308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White and Vibrant Coral">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7D611C8-25A7-D9FF-501F-5E07AB12707D}"/>
              </a:ext>
            </a:extLst>
          </p:cNvPr>
          <p:cNvSpPr txBox="1"/>
          <p:nvPr userDrawn="1"/>
        </p:nvSpPr>
        <p:spPr>
          <a:xfrm>
            <a:off x="-3600" y="0"/>
            <a:ext cx="6099600" cy="6858000"/>
          </a:xfrm>
          <a:prstGeom prst="rect">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D6F99ACE-A4B3-58D1-AD1B-D4BE991D63C6}"/>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30274C34-F6A9-4BBB-D901-3369486E0A75}"/>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26C0028C-8A31-DBA3-C788-AEEE6E797A6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6" y="6424246"/>
            <a:ext cx="451103" cy="246355"/>
          </a:xfrm>
          <a:prstGeom prst="rect">
            <a:avLst/>
          </a:prstGeom>
        </p:spPr>
      </p:pic>
    </p:spTree>
    <p:extLst>
      <p:ext uri="{BB962C8B-B14F-4D97-AF65-F5344CB8AC3E}">
        <p14:creationId xmlns:p14="http://schemas.microsoft.com/office/powerpoint/2010/main" val="86745343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White and Vibrant Gold">
    <p:spTree>
      <p:nvGrpSpPr>
        <p:cNvPr id="1" name=""/>
        <p:cNvGrpSpPr/>
        <p:nvPr/>
      </p:nvGrpSpPr>
      <p:grpSpPr>
        <a:xfrm>
          <a:off x="0" y="0"/>
          <a:ext cx="0" cy="0"/>
          <a:chOff x="0" y="0"/>
          <a:chExt cx="0" cy="0"/>
        </a:xfrm>
      </p:grpSpPr>
      <p:sp>
        <p:nvSpPr>
          <p:cNvPr id="4" name="Google Shape;203;p37">
            <a:extLst>
              <a:ext uri="{FF2B5EF4-FFF2-40B4-BE49-F238E27FC236}">
                <a16:creationId xmlns:a16="http://schemas.microsoft.com/office/drawing/2014/main" id="{F6084331-CB8E-2A7B-572A-E65085463743}"/>
              </a:ext>
            </a:extLst>
          </p:cNvPr>
          <p:cNvSpPr txBox="1"/>
          <p:nvPr userDrawn="1"/>
        </p:nvSpPr>
        <p:spPr>
          <a:xfrm>
            <a:off x="6092400" y="0"/>
            <a:ext cx="6099600" cy="6858000"/>
          </a:xfrm>
          <a:prstGeom prst="rect">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E343C7FA-5284-7EC0-07D3-527905D33739}"/>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8A3A6834-4F0E-209B-A937-802FD3E0A342}"/>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22764101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White and Vibrant Gold">
    <p:spTree>
      <p:nvGrpSpPr>
        <p:cNvPr id="1" name=""/>
        <p:cNvGrpSpPr/>
        <p:nvPr/>
      </p:nvGrpSpPr>
      <p:grpSpPr>
        <a:xfrm>
          <a:off x="0" y="0"/>
          <a:ext cx="0" cy="0"/>
          <a:chOff x="0" y="0"/>
          <a:chExt cx="0" cy="0"/>
        </a:xfrm>
      </p:grpSpPr>
      <p:sp>
        <p:nvSpPr>
          <p:cNvPr id="4" name="Google Shape;203;p37">
            <a:extLst>
              <a:ext uri="{FF2B5EF4-FFF2-40B4-BE49-F238E27FC236}">
                <a16:creationId xmlns:a16="http://schemas.microsoft.com/office/drawing/2014/main" id="{F6084331-CB8E-2A7B-572A-E65085463743}"/>
              </a:ext>
            </a:extLst>
          </p:cNvPr>
          <p:cNvSpPr txBox="1"/>
          <p:nvPr userDrawn="1"/>
        </p:nvSpPr>
        <p:spPr>
          <a:xfrm>
            <a:off x="12723" y="0"/>
            <a:ext cx="6099600" cy="6858000"/>
          </a:xfrm>
          <a:prstGeom prst="rect">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E343C7FA-5284-7EC0-07D3-527905D33739}"/>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8A3A6834-4F0E-209B-A937-802FD3E0A342}"/>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F7CE13DD-847D-506D-BE6B-B1EC7B21E01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424" y="6424246"/>
            <a:ext cx="451103" cy="246355"/>
          </a:xfrm>
          <a:prstGeom prst="rect">
            <a:avLst/>
          </a:prstGeom>
        </p:spPr>
      </p:pic>
    </p:spTree>
    <p:extLst>
      <p:ext uri="{BB962C8B-B14F-4D97-AF65-F5344CB8AC3E}">
        <p14:creationId xmlns:p14="http://schemas.microsoft.com/office/powerpoint/2010/main" val="167924071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White and Bold Blue">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3DC58A6-2486-FC58-291A-0F0E4211E305}"/>
              </a:ext>
            </a:extLst>
          </p:cNvPr>
          <p:cNvSpPr txBox="1"/>
          <p:nvPr userDrawn="1"/>
        </p:nvSpPr>
        <p:spPr>
          <a:xfrm>
            <a:off x="6092400" y="0"/>
            <a:ext cx="6099600" cy="6858000"/>
          </a:xfrm>
          <a:prstGeom prst="rect">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48C8A426-CFD4-F935-EA1E-C0813BB7D86A}"/>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32F9F6B0-68ED-9FCA-D2D5-DF87AD15EA61}"/>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340950750"/>
      </p:ext>
    </p:extLst>
  </p:cSld>
  <p:clrMapOvr>
    <a:overrideClrMapping bg1="dk1" tx1="lt1" bg2="dk2" tx2="lt2" accent1="accent1" accent2="accent2" accent3="accent3" accent4="accent4" accent5="accent5" accent6="accent6" hlink="hlink" folHlink="folHlink"/>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White and Bold Blue">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3DC58A6-2486-FC58-291A-0F0E4211E305}"/>
              </a:ext>
            </a:extLst>
          </p:cNvPr>
          <p:cNvSpPr txBox="1"/>
          <p:nvPr userDrawn="1"/>
        </p:nvSpPr>
        <p:spPr>
          <a:xfrm>
            <a:off x="-3600" y="0"/>
            <a:ext cx="6099600" cy="6858000"/>
          </a:xfrm>
          <a:prstGeom prst="rect">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48C8A426-CFD4-F935-EA1E-C0813BB7D86A}"/>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32F9F6B0-68ED-9FCA-D2D5-DF87AD15EA61}"/>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2DC21C45-8B2E-B7CC-F3D9-526CAFF8D22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6" y="6424246"/>
            <a:ext cx="451103" cy="246355"/>
          </a:xfrm>
          <a:prstGeom prst="rect">
            <a:avLst/>
          </a:prstGeom>
        </p:spPr>
      </p:pic>
    </p:spTree>
    <p:extLst>
      <p:ext uri="{BB962C8B-B14F-4D97-AF65-F5344CB8AC3E}">
        <p14:creationId xmlns:p14="http://schemas.microsoft.com/office/powerpoint/2010/main" val="4084032629"/>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White and Bold Grey">
    <p:spTree>
      <p:nvGrpSpPr>
        <p:cNvPr id="1" name=""/>
        <p:cNvGrpSpPr/>
        <p:nvPr/>
      </p:nvGrpSpPr>
      <p:grpSpPr>
        <a:xfrm>
          <a:off x="0" y="0"/>
          <a:ext cx="0" cy="0"/>
          <a:chOff x="0" y="0"/>
          <a:chExt cx="0" cy="0"/>
        </a:xfrm>
      </p:grpSpPr>
      <p:sp>
        <p:nvSpPr>
          <p:cNvPr id="4" name="Google Shape;203;p37">
            <a:extLst>
              <a:ext uri="{FF2B5EF4-FFF2-40B4-BE49-F238E27FC236}">
                <a16:creationId xmlns:a16="http://schemas.microsoft.com/office/drawing/2014/main" id="{07CD2C47-4F31-9E85-1610-2DD21348C147}"/>
              </a:ext>
            </a:extLst>
          </p:cNvPr>
          <p:cNvSpPr txBox="1"/>
          <p:nvPr userDrawn="1"/>
        </p:nvSpPr>
        <p:spPr>
          <a:xfrm>
            <a:off x="6092400" y="0"/>
            <a:ext cx="6099600" cy="6858000"/>
          </a:xfrm>
          <a:prstGeom prst="rect">
            <a:avLst/>
          </a:prstGeom>
          <a:solidFill>
            <a:srgbClr val="8E969E"/>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AF5891F9-BD86-2AE6-BB9C-E2BE9E491EBC}"/>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8828A70D-94EC-AD92-3F44-C37036CFDB7B}"/>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57339929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_White and Bold Grey">
    <p:spTree>
      <p:nvGrpSpPr>
        <p:cNvPr id="1" name=""/>
        <p:cNvGrpSpPr/>
        <p:nvPr/>
      </p:nvGrpSpPr>
      <p:grpSpPr>
        <a:xfrm>
          <a:off x="0" y="0"/>
          <a:ext cx="0" cy="0"/>
          <a:chOff x="0" y="0"/>
          <a:chExt cx="0" cy="0"/>
        </a:xfrm>
      </p:grpSpPr>
      <p:sp>
        <p:nvSpPr>
          <p:cNvPr id="4" name="Google Shape;203;p37">
            <a:extLst>
              <a:ext uri="{FF2B5EF4-FFF2-40B4-BE49-F238E27FC236}">
                <a16:creationId xmlns:a16="http://schemas.microsoft.com/office/drawing/2014/main" id="{07CD2C47-4F31-9E85-1610-2DD21348C147}"/>
              </a:ext>
            </a:extLst>
          </p:cNvPr>
          <p:cNvSpPr txBox="1"/>
          <p:nvPr userDrawn="1"/>
        </p:nvSpPr>
        <p:spPr>
          <a:xfrm>
            <a:off x="-3600" y="0"/>
            <a:ext cx="6099600" cy="6858000"/>
          </a:xfrm>
          <a:prstGeom prst="rect">
            <a:avLst/>
          </a:prstGeom>
          <a:solidFill>
            <a:srgbClr val="8E969E"/>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AF5891F9-BD86-2AE6-BB9C-E2BE9E491EBC}"/>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8828A70D-94EC-AD92-3F44-C37036CFDB7B}"/>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8E2A6186-8A5E-A79B-BAEC-4BBABC3FF99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6" y="6424246"/>
            <a:ext cx="451103" cy="246355"/>
          </a:xfrm>
          <a:prstGeom prst="rect">
            <a:avLst/>
          </a:prstGeom>
        </p:spPr>
      </p:pic>
    </p:spTree>
    <p:extLst>
      <p:ext uri="{BB962C8B-B14F-4D97-AF65-F5344CB8AC3E}">
        <p14:creationId xmlns:p14="http://schemas.microsoft.com/office/powerpoint/2010/main" val="257320768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White and Bold Green">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B2EBAE3-56F9-F6F2-2B14-C52D646F7233}"/>
              </a:ext>
            </a:extLst>
          </p:cNvPr>
          <p:cNvSpPr txBox="1"/>
          <p:nvPr userDrawn="1"/>
        </p:nvSpPr>
        <p:spPr>
          <a:xfrm>
            <a:off x="6092400" y="0"/>
            <a:ext cx="6099600" cy="6858000"/>
          </a:xfrm>
          <a:prstGeom prst="rect">
            <a:avLst/>
          </a:prstGeom>
          <a:solidFill>
            <a:schemeClr val="accent4"/>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C48ECBA9-5F0C-10FD-8C61-D143469B2EEE}"/>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BB301D68-36D2-C615-2B29-A3045233CCB8}"/>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543757835"/>
      </p:ext>
    </p:extLst>
  </p:cSld>
  <p:clrMapOvr>
    <a:overrideClrMapping bg1="dk1" tx1="lt1" bg2="dk2" tx2="lt2" accent1="accent1" accent2="accent2" accent3="accent3" accent4="accent4" accent5="accent5" accent6="accent6" hlink="hlink" folHlink="folHlink"/>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White and Bold Green">
    <p:bg>
      <p:bgPr>
        <a:solidFill>
          <a:schemeClr val="tx1"/>
        </a:solidFill>
        <a:effectLst/>
      </p:bgPr>
    </p:bg>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0B2EBAE3-56F9-F6F2-2B14-C52D646F7233}"/>
              </a:ext>
            </a:extLst>
          </p:cNvPr>
          <p:cNvSpPr txBox="1"/>
          <p:nvPr userDrawn="1"/>
        </p:nvSpPr>
        <p:spPr>
          <a:xfrm>
            <a:off x="-3600" y="0"/>
            <a:ext cx="6099600" cy="6858000"/>
          </a:xfrm>
          <a:prstGeom prst="rect">
            <a:avLst/>
          </a:prstGeom>
          <a:solidFill>
            <a:schemeClr val="accent4"/>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C48ECBA9-5F0C-10FD-8C61-D143469B2EEE}"/>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BB301D68-36D2-C615-2B29-A3045233CCB8}"/>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249117AD-A595-9644-9131-F8382FA8145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6" y="6424246"/>
            <a:ext cx="451103" cy="246355"/>
          </a:xfrm>
          <a:prstGeom prst="rect">
            <a:avLst/>
          </a:prstGeom>
        </p:spPr>
      </p:pic>
    </p:spTree>
    <p:extLst>
      <p:ext uri="{BB962C8B-B14F-4D97-AF65-F5344CB8AC3E}">
        <p14:creationId xmlns:p14="http://schemas.microsoft.com/office/powerpoint/2010/main" val="236157269"/>
      </p:ext>
    </p:extLst>
  </p:cSld>
  <p:clrMapOvr>
    <a:overrideClrMapping bg1="dk1" tx1="lt1" bg2="dk2" tx2="lt2" accent1="accent1" accent2="accent2" accent3="accent3" accent4="accent4" accent5="accent5" accent6="accent6" hlink="hlink" folHlink="folHlink"/>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White and Neutral Ros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2DB90A51-59CD-5533-D258-2BD6683E5979}"/>
              </a:ext>
            </a:extLst>
          </p:cNvPr>
          <p:cNvSpPr txBox="1"/>
          <p:nvPr userDrawn="1"/>
        </p:nvSpPr>
        <p:spPr>
          <a:xfrm>
            <a:off x="6092400" y="0"/>
            <a:ext cx="6099600" cy="6858000"/>
          </a:xfrm>
          <a:prstGeom prst="rect">
            <a:avLst/>
          </a:prstGeom>
          <a:solidFill>
            <a:srgbClr val="FDE8E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2D28650-31C4-E719-56CD-645C9CBD7387}"/>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0A4A9CBE-F9EF-139D-C426-7B2FE2AC7D2B}"/>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453102783"/>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White and Neutral Ros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2DB90A51-59CD-5533-D258-2BD6683E5979}"/>
              </a:ext>
            </a:extLst>
          </p:cNvPr>
          <p:cNvSpPr txBox="1"/>
          <p:nvPr userDrawn="1"/>
        </p:nvSpPr>
        <p:spPr>
          <a:xfrm>
            <a:off x="0" y="0"/>
            <a:ext cx="6099600" cy="6858000"/>
          </a:xfrm>
          <a:prstGeom prst="rect">
            <a:avLst/>
          </a:prstGeom>
          <a:solidFill>
            <a:srgbClr val="FDE8E5"/>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2D28650-31C4-E719-56CD-645C9CBD7387}"/>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0A4A9CBE-F9EF-139D-C426-7B2FE2AC7D2B}"/>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EDF5CC1A-AA99-8527-5B3F-AB653E77F4A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5" y="6424245"/>
            <a:ext cx="451103" cy="246355"/>
          </a:xfrm>
          <a:prstGeom prst="rect">
            <a:avLst/>
          </a:prstGeom>
        </p:spPr>
      </p:pic>
    </p:spTree>
    <p:extLst>
      <p:ext uri="{BB962C8B-B14F-4D97-AF65-F5344CB8AC3E}">
        <p14:creationId xmlns:p14="http://schemas.microsoft.com/office/powerpoint/2010/main" val="356968675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White and Vibrant Orang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D33CC7A4-9D10-351F-1E4C-5B0C1A6547E7}"/>
              </a:ext>
            </a:extLst>
          </p:cNvPr>
          <p:cNvSpPr txBox="1"/>
          <p:nvPr userDrawn="1"/>
        </p:nvSpPr>
        <p:spPr>
          <a:xfrm>
            <a:off x="6092400" y="0"/>
            <a:ext cx="6099600" cy="6858000"/>
          </a:xfrm>
          <a:prstGeom prst="rect">
            <a:avLst/>
          </a:prstGeom>
          <a:solidFill>
            <a:srgbClr val="FDD1B0"/>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6B8017AD-954A-D92A-92EE-F66BA48CB34B}"/>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53B3360E-9EB9-5D38-9718-89B36E24E178}"/>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93011441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White and Vibrant Orang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D33CC7A4-9D10-351F-1E4C-5B0C1A6547E7}"/>
              </a:ext>
            </a:extLst>
          </p:cNvPr>
          <p:cNvSpPr txBox="1"/>
          <p:nvPr userDrawn="1"/>
        </p:nvSpPr>
        <p:spPr>
          <a:xfrm>
            <a:off x="0" y="0"/>
            <a:ext cx="6099600" cy="6858000"/>
          </a:xfrm>
          <a:prstGeom prst="rect">
            <a:avLst/>
          </a:prstGeom>
          <a:solidFill>
            <a:srgbClr val="FDD1B0"/>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6B8017AD-954A-D92A-92EE-F66BA48CB34B}"/>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53B3360E-9EB9-5D38-9718-89B36E24E178}"/>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20756E0A-F9A4-751D-08B2-CB530694ABB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5" y="6424245"/>
            <a:ext cx="451103" cy="246355"/>
          </a:xfrm>
          <a:prstGeom prst="rect">
            <a:avLst/>
          </a:prstGeom>
        </p:spPr>
      </p:pic>
    </p:spTree>
    <p:extLst>
      <p:ext uri="{BB962C8B-B14F-4D97-AF65-F5344CB8AC3E}">
        <p14:creationId xmlns:p14="http://schemas.microsoft.com/office/powerpoint/2010/main" val="338672277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White and Neutral Cream">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5889ED76-ABD3-5C05-D4E1-ACC3E547B892}"/>
              </a:ext>
            </a:extLst>
          </p:cNvPr>
          <p:cNvSpPr txBox="1"/>
          <p:nvPr userDrawn="1"/>
        </p:nvSpPr>
        <p:spPr>
          <a:xfrm>
            <a:off x="6092400" y="0"/>
            <a:ext cx="6099600" cy="6858000"/>
          </a:xfrm>
          <a:prstGeom prst="rect">
            <a:avLst/>
          </a:prstGeom>
          <a:solidFill>
            <a:srgbClr val="FFF0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754029D9-FE14-064A-60E1-77DDEE557CF5}"/>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9F8E1548-A57B-B00D-8692-6241BB2D6B02}"/>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7790377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White and Neutral Cream">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5889ED76-ABD3-5C05-D4E1-ACC3E547B892}"/>
              </a:ext>
            </a:extLst>
          </p:cNvPr>
          <p:cNvSpPr txBox="1"/>
          <p:nvPr userDrawn="1"/>
        </p:nvSpPr>
        <p:spPr>
          <a:xfrm>
            <a:off x="12723" y="0"/>
            <a:ext cx="6099600" cy="6858000"/>
          </a:xfrm>
          <a:prstGeom prst="rect">
            <a:avLst/>
          </a:prstGeom>
          <a:solidFill>
            <a:srgbClr val="FFF0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754029D9-FE14-064A-60E1-77DDEE557CF5}"/>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9F8E1548-A57B-B00D-8692-6241BB2D6B02}"/>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393F5B71-DA68-6C20-025E-DA66C184D91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5" y="6424245"/>
            <a:ext cx="451103" cy="246355"/>
          </a:xfrm>
          <a:prstGeom prst="rect">
            <a:avLst/>
          </a:prstGeom>
        </p:spPr>
      </p:pic>
    </p:spTree>
    <p:extLst>
      <p:ext uri="{BB962C8B-B14F-4D97-AF65-F5344CB8AC3E}">
        <p14:creationId xmlns:p14="http://schemas.microsoft.com/office/powerpoint/2010/main" val="136552991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White and Vibrant Azure">
    <p:spTree>
      <p:nvGrpSpPr>
        <p:cNvPr id="1" name=""/>
        <p:cNvGrpSpPr/>
        <p:nvPr/>
      </p:nvGrpSpPr>
      <p:grpSpPr>
        <a:xfrm>
          <a:off x="0" y="0"/>
          <a:ext cx="0" cy="0"/>
          <a:chOff x="0" y="0"/>
          <a:chExt cx="0" cy="0"/>
        </a:xfrm>
      </p:grpSpPr>
      <p:sp>
        <p:nvSpPr>
          <p:cNvPr id="4" name="Google Shape;161;p31">
            <a:extLst>
              <a:ext uri="{FF2B5EF4-FFF2-40B4-BE49-F238E27FC236}">
                <a16:creationId xmlns:a16="http://schemas.microsoft.com/office/drawing/2014/main" id="{7D94791C-1E0A-A915-F047-614C401EB9FC}"/>
              </a:ext>
            </a:extLst>
          </p:cNvPr>
          <p:cNvSpPr txBox="1"/>
          <p:nvPr userDrawn="1"/>
        </p:nvSpPr>
        <p:spPr>
          <a:xfrm>
            <a:off x="6092400" y="0"/>
            <a:ext cx="6099600" cy="6858000"/>
          </a:xfrm>
          <a:prstGeom prst="rect">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94F89ED4-96B9-FCBE-645A-F29A8F264328}"/>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81EB8D00-F184-83EF-BC8E-2A2FFF7F9100}"/>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10923986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White and Vibrant Azure">
    <p:spTree>
      <p:nvGrpSpPr>
        <p:cNvPr id="1" name=""/>
        <p:cNvGrpSpPr/>
        <p:nvPr/>
      </p:nvGrpSpPr>
      <p:grpSpPr>
        <a:xfrm>
          <a:off x="0" y="0"/>
          <a:ext cx="0" cy="0"/>
          <a:chOff x="0" y="0"/>
          <a:chExt cx="0" cy="0"/>
        </a:xfrm>
      </p:grpSpPr>
      <p:sp>
        <p:nvSpPr>
          <p:cNvPr id="4" name="Google Shape;161;p31">
            <a:extLst>
              <a:ext uri="{FF2B5EF4-FFF2-40B4-BE49-F238E27FC236}">
                <a16:creationId xmlns:a16="http://schemas.microsoft.com/office/drawing/2014/main" id="{7D94791C-1E0A-A915-F047-614C401EB9FC}"/>
              </a:ext>
            </a:extLst>
          </p:cNvPr>
          <p:cNvSpPr txBox="1"/>
          <p:nvPr userDrawn="1"/>
        </p:nvSpPr>
        <p:spPr>
          <a:xfrm>
            <a:off x="12723" y="0"/>
            <a:ext cx="6099600" cy="6858000"/>
          </a:xfrm>
          <a:prstGeom prst="rect">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94F89ED4-96B9-FCBE-645A-F29A8F264328}"/>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81EB8D00-F184-83EF-BC8E-2A2FFF7F9100}"/>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5CB485A2-920F-AE5D-B41C-73043F54DBB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424" y="6424246"/>
            <a:ext cx="451103" cy="246355"/>
          </a:xfrm>
          <a:prstGeom prst="rect">
            <a:avLst/>
          </a:prstGeom>
        </p:spPr>
      </p:pic>
    </p:spTree>
    <p:extLst>
      <p:ext uri="{BB962C8B-B14F-4D97-AF65-F5344CB8AC3E}">
        <p14:creationId xmlns:p14="http://schemas.microsoft.com/office/powerpoint/2010/main" val="414557923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White and Neutral Ston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832C1C38-8830-A4B0-C7B7-A1D59C254FC6}"/>
              </a:ext>
            </a:extLst>
          </p:cNvPr>
          <p:cNvSpPr txBox="1"/>
          <p:nvPr userDrawn="1"/>
        </p:nvSpPr>
        <p:spPr>
          <a:xfrm>
            <a:off x="6092400" y="0"/>
            <a:ext cx="6099600" cy="6858000"/>
          </a:xfrm>
          <a:prstGeom prst="rect">
            <a:avLst/>
          </a:prstGeom>
          <a:solidFill>
            <a:srgbClr val="E4EBF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80D78F3-192F-1B82-7723-35806B7EF105}"/>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46154F1F-8AFA-597B-2357-601D77890BE7}"/>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78885578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White and Neutral Ston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832C1C38-8830-A4B0-C7B7-A1D59C254FC6}"/>
              </a:ext>
            </a:extLst>
          </p:cNvPr>
          <p:cNvSpPr txBox="1"/>
          <p:nvPr userDrawn="1"/>
        </p:nvSpPr>
        <p:spPr>
          <a:xfrm>
            <a:off x="-15957" y="0"/>
            <a:ext cx="6099600" cy="6858000"/>
          </a:xfrm>
          <a:prstGeom prst="rect">
            <a:avLst/>
          </a:prstGeom>
          <a:solidFill>
            <a:srgbClr val="E4EBF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80D78F3-192F-1B82-7723-35806B7EF105}"/>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46154F1F-8AFA-597B-2357-601D77890BE7}"/>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36538BF5-132D-6FD0-E81B-88712089E38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424" y="6424246"/>
            <a:ext cx="451103" cy="246355"/>
          </a:xfrm>
          <a:prstGeom prst="rect">
            <a:avLst/>
          </a:prstGeom>
        </p:spPr>
      </p:pic>
    </p:spTree>
    <p:extLst>
      <p:ext uri="{BB962C8B-B14F-4D97-AF65-F5344CB8AC3E}">
        <p14:creationId xmlns:p14="http://schemas.microsoft.com/office/powerpoint/2010/main" val="395405653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White and Neutral Sag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4FC5EC5F-66AA-268D-DF6B-7D6B812CA358}"/>
              </a:ext>
            </a:extLst>
          </p:cNvPr>
          <p:cNvSpPr txBox="1"/>
          <p:nvPr userDrawn="1"/>
        </p:nvSpPr>
        <p:spPr>
          <a:xfrm>
            <a:off x="6092400" y="0"/>
            <a:ext cx="6099600" cy="6858000"/>
          </a:xfrm>
          <a:prstGeom prst="rect">
            <a:avLst/>
          </a:prstGeom>
          <a:solidFill>
            <a:srgbClr val="C6DC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13EAEDE-A63D-7FE8-2043-31E851F760BE}"/>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D118C120-BB0F-9525-F1FE-B62847AA0588}"/>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86697175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1_White and Neutral Sage">
    <p:spTree>
      <p:nvGrpSpPr>
        <p:cNvPr id="1" name=""/>
        <p:cNvGrpSpPr/>
        <p:nvPr/>
      </p:nvGrpSpPr>
      <p:grpSpPr>
        <a:xfrm>
          <a:off x="0" y="0"/>
          <a:ext cx="0" cy="0"/>
          <a:chOff x="0" y="0"/>
          <a:chExt cx="0" cy="0"/>
        </a:xfrm>
      </p:grpSpPr>
      <p:sp>
        <p:nvSpPr>
          <p:cNvPr id="4" name="Google Shape;175;p33">
            <a:extLst>
              <a:ext uri="{FF2B5EF4-FFF2-40B4-BE49-F238E27FC236}">
                <a16:creationId xmlns:a16="http://schemas.microsoft.com/office/drawing/2014/main" id="{4FC5EC5F-66AA-268D-DF6B-7D6B812CA358}"/>
              </a:ext>
            </a:extLst>
          </p:cNvPr>
          <p:cNvSpPr txBox="1"/>
          <p:nvPr userDrawn="1"/>
        </p:nvSpPr>
        <p:spPr>
          <a:xfrm>
            <a:off x="-3600" y="0"/>
            <a:ext cx="6099600" cy="6858000"/>
          </a:xfrm>
          <a:prstGeom prst="rect">
            <a:avLst/>
          </a:prstGeom>
          <a:solidFill>
            <a:srgbClr val="C6DCD8"/>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813EAEDE-A63D-7FE8-2043-31E851F760BE}"/>
              </a:ext>
            </a:extLst>
          </p:cNvPr>
          <p:cNvSpPr>
            <a:spLocks noGrp="1"/>
          </p:cNvSpPr>
          <p:nvPr>
            <p:ph type="ftr" sz="quarter" idx="10"/>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D118C120-BB0F-9525-F1FE-B62847AA0588}"/>
              </a:ext>
            </a:extLst>
          </p:cNvPr>
          <p:cNvSpPr>
            <a:spLocks noGrp="1"/>
          </p:cNvSpPr>
          <p:nvPr>
            <p:ph type="sldNum" idx="11"/>
          </p:nvPr>
        </p:nvSpPr>
        <p:spPr/>
        <p:txBody>
          <a:bodyPr/>
          <a:lstStyle/>
          <a:p>
            <a:fld id="{00000000-1234-1234-1234-123412341234}" type="slidenum">
              <a:rPr lang="en" smtClean="0"/>
              <a:pPr/>
              <a:t>‹#›</a:t>
            </a:fld>
            <a:endParaRPr lang="en"/>
          </a:p>
        </p:txBody>
      </p:sp>
      <p:pic>
        <p:nvPicPr>
          <p:cNvPr id="5" name="Graphic 4" descr="Lilly Logo">
            <a:extLst>
              <a:ext uri="{FF2B5EF4-FFF2-40B4-BE49-F238E27FC236}">
                <a16:creationId xmlns:a16="http://schemas.microsoft.com/office/drawing/2014/main" id="{AF8E6D80-647E-DF31-E28D-FC6D7CF31F1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424" y="6424246"/>
            <a:ext cx="451103" cy="246355"/>
          </a:xfrm>
          <a:prstGeom prst="rect">
            <a:avLst/>
          </a:prstGeom>
        </p:spPr>
      </p:pic>
    </p:spTree>
    <p:extLst>
      <p:ext uri="{BB962C8B-B14F-4D97-AF65-F5344CB8AC3E}">
        <p14:creationId xmlns:p14="http://schemas.microsoft.com/office/powerpoint/2010/main" val="322417634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Pink and Black" preserve="1">
  <p:cSld name="Pink and Black">
    <p:bg>
      <p:bgPr>
        <a:solidFill>
          <a:schemeClr val="tx2"/>
        </a:solidFill>
        <a:effectLst/>
      </p:bgPr>
    </p:bg>
    <p:spTree>
      <p:nvGrpSpPr>
        <p:cNvPr id="1" name="Shape 209"/>
        <p:cNvGrpSpPr/>
        <p:nvPr/>
      </p:nvGrpSpPr>
      <p:grpSpPr>
        <a:xfrm>
          <a:off x="0" y="0"/>
          <a:ext cx="0" cy="0"/>
          <a:chOff x="0" y="0"/>
          <a:chExt cx="0" cy="0"/>
        </a:xfrm>
      </p:grpSpPr>
      <p:sp>
        <p:nvSpPr>
          <p:cNvPr id="210" name="Google Shape;210;p38"/>
          <p:cNvSpPr txBox="1"/>
          <p:nvPr/>
        </p:nvSpPr>
        <p:spPr>
          <a:xfrm>
            <a:off x="6092400" y="0"/>
            <a:ext cx="6099600" cy="6858000"/>
          </a:xfrm>
          <a:prstGeom prst="rect">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52371C50-9545-C05E-A0AB-9BF8D679744A}"/>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7329807E-D15B-EC15-1B12-9C482B1C9C99}"/>
              </a:ext>
            </a:extLst>
          </p:cNvPr>
          <p:cNvSpPr>
            <a:spLocks noGrp="1"/>
          </p:cNvSpPr>
          <p:nvPr>
            <p:ph type="sldNum" idx="11"/>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966175758"/>
      </p:ext>
    </p:extLst>
  </p:cSld>
  <p:clrMapOvr>
    <a:overrideClrMapping bg1="dk1" tx1="lt1" bg2="dk2" tx2="lt2" accent1="accent1" accent2="accent2" accent3="accent3" accent4="accent4" accent5="accent5" accent6="accent6" hlink="hlink" folHlink="folHlink"/>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Pink and Black" preserve="1">
  <p:cSld name="1_Pink and Black">
    <p:bg>
      <p:bgPr>
        <a:solidFill>
          <a:schemeClr val="tx2"/>
        </a:solidFill>
        <a:effectLst/>
      </p:bgPr>
    </p:bg>
    <p:spTree>
      <p:nvGrpSpPr>
        <p:cNvPr id="1" name="Shape 209"/>
        <p:cNvGrpSpPr/>
        <p:nvPr/>
      </p:nvGrpSpPr>
      <p:grpSpPr>
        <a:xfrm>
          <a:off x="0" y="0"/>
          <a:ext cx="0" cy="0"/>
          <a:chOff x="0" y="0"/>
          <a:chExt cx="0" cy="0"/>
        </a:xfrm>
      </p:grpSpPr>
      <p:sp>
        <p:nvSpPr>
          <p:cNvPr id="210" name="Google Shape;210;p38"/>
          <p:cNvSpPr txBox="1"/>
          <p:nvPr/>
        </p:nvSpPr>
        <p:spPr>
          <a:xfrm>
            <a:off x="-3600" y="0"/>
            <a:ext cx="6099600" cy="6858000"/>
          </a:xfrm>
          <a:prstGeom prst="rect">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2133" b="0" i="0">
              <a:solidFill>
                <a:srgbClr val="FFFFFF"/>
              </a:solidFill>
              <a:latin typeface="Arial" panose="020B0604020202020204" pitchFamily="34"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Footer Placeholder 1">
            <a:extLst>
              <a:ext uri="{FF2B5EF4-FFF2-40B4-BE49-F238E27FC236}">
                <a16:creationId xmlns:a16="http://schemas.microsoft.com/office/drawing/2014/main" id="{52371C50-9545-C05E-A0AB-9BF8D679744A}"/>
              </a:ext>
            </a:extLst>
          </p:cNvPr>
          <p:cNvSpPr>
            <a:spLocks noGrp="1"/>
          </p:cNvSpPr>
          <p:nvPr>
            <p:ph type="ftr" sz="quarter" idx="10"/>
          </p:nvPr>
        </p:nvSpPr>
        <p:spPr/>
        <p:txBody>
          <a:bodyPr/>
          <a:lstStyle>
            <a:lvl1pPr>
              <a:defRPr>
                <a:solidFill>
                  <a:schemeClr val="bg1"/>
                </a:solidFill>
              </a:defRPr>
            </a:lvl1pPr>
          </a:lstStyle>
          <a:p>
            <a:r>
              <a:rPr lang="en-US"/>
              <a:t>Company Confidential  © 2024 Eli Lilly and Company</a:t>
            </a:r>
          </a:p>
        </p:txBody>
      </p:sp>
      <p:sp>
        <p:nvSpPr>
          <p:cNvPr id="4" name="Slide Number Placeholder 3">
            <a:extLst>
              <a:ext uri="{FF2B5EF4-FFF2-40B4-BE49-F238E27FC236}">
                <a16:creationId xmlns:a16="http://schemas.microsoft.com/office/drawing/2014/main" id="{7329807E-D15B-EC15-1B12-9C482B1C9C99}"/>
              </a:ext>
            </a:extLst>
          </p:cNvPr>
          <p:cNvSpPr>
            <a:spLocks noGrp="1"/>
          </p:cNvSpPr>
          <p:nvPr>
            <p:ph type="sldNum" idx="11"/>
          </p:nvPr>
        </p:nvSpPr>
        <p:spPr/>
        <p:txBody>
          <a:bodyPr/>
          <a:lstStyle>
            <a:lvl1pPr>
              <a:defRPr>
                <a:solidFill>
                  <a:schemeClr val="bg1"/>
                </a:solidFill>
              </a:defRPr>
            </a:lvl1pPr>
          </a:lstStyle>
          <a:p>
            <a:fld id="{00000000-1234-1234-1234-123412341234}" type="slidenum">
              <a:rPr lang="en" smtClean="0"/>
              <a:pPr/>
              <a:t>‹#›</a:t>
            </a:fld>
            <a:endParaRPr lang="en"/>
          </a:p>
        </p:txBody>
      </p:sp>
      <p:pic>
        <p:nvPicPr>
          <p:cNvPr id="3" name="Graphic 2" descr="Lilly Logo">
            <a:extLst>
              <a:ext uri="{FF2B5EF4-FFF2-40B4-BE49-F238E27FC236}">
                <a16:creationId xmlns:a16="http://schemas.microsoft.com/office/drawing/2014/main" id="{1F06A5DB-39F8-8325-16C4-39B26205D2C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19456" y="6424246"/>
            <a:ext cx="451103" cy="246355"/>
          </a:xfrm>
          <a:prstGeom prst="rect">
            <a:avLst/>
          </a:prstGeom>
        </p:spPr>
      </p:pic>
    </p:spTree>
    <p:extLst>
      <p:ext uri="{BB962C8B-B14F-4D97-AF65-F5344CB8AC3E}">
        <p14:creationId xmlns:p14="http://schemas.microsoft.com/office/powerpoint/2010/main" val="1960320975"/>
      </p:ext>
    </p:extLst>
  </p:cSld>
  <p:clrMapOvr>
    <a:overrideClrMapping bg1="dk1" tx1="lt1" bg2="dk2" tx2="lt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old Brown and White and Vibrant Coral">
    <p:bg>
      <p:bgPr>
        <a:solidFill>
          <a:schemeClr val="accent1"/>
        </a:solidFill>
        <a:effectLst/>
      </p:bgPr>
    </p:bg>
    <p:spTree>
      <p:nvGrpSpPr>
        <p:cNvPr id="1" name=""/>
        <p:cNvGrpSpPr/>
        <p:nvPr/>
      </p:nvGrpSpPr>
      <p:grpSpPr>
        <a:xfrm>
          <a:off x="0" y="0"/>
          <a:ext cx="0" cy="0"/>
          <a:chOff x="0" y="0"/>
          <a:chExt cx="0" cy="0"/>
        </a:xfrm>
      </p:grpSpPr>
      <p:sp>
        <p:nvSpPr>
          <p:cNvPr id="4" name="Google Shape;401;p63">
            <a:extLst>
              <a:ext uri="{FF2B5EF4-FFF2-40B4-BE49-F238E27FC236}">
                <a16:creationId xmlns:a16="http://schemas.microsoft.com/office/drawing/2014/main" id="{18236F2F-3EE4-404F-9E32-4EC6672B628E}"/>
              </a:ext>
            </a:extLst>
          </p:cNvPr>
          <p:cNvSpPr/>
          <p:nvPr userDrawn="1"/>
        </p:nvSpPr>
        <p:spPr>
          <a:xfrm>
            <a:off x="6092033" y="3505000"/>
            <a:ext cx="6100000" cy="3353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latin typeface="Arial" panose="020B0604020202020204" pitchFamily="34" charset="0"/>
            </a:endParaRPr>
          </a:p>
        </p:txBody>
      </p:sp>
      <p:sp>
        <p:nvSpPr>
          <p:cNvPr id="5" name="Google Shape;402;p63">
            <a:extLst>
              <a:ext uri="{FF2B5EF4-FFF2-40B4-BE49-F238E27FC236}">
                <a16:creationId xmlns:a16="http://schemas.microsoft.com/office/drawing/2014/main" id="{695F6EE7-F393-D645-B8DF-59B8E86F00AE}"/>
              </a:ext>
            </a:extLst>
          </p:cNvPr>
          <p:cNvSpPr/>
          <p:nvPr userDrawn="1"/>
        </p:nvSpPr>
        <p:spPr>
          <a:xfrm>
            <a:off x="33" y="3505200"/>
            <a:ext cx="6092000" cy="3353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latin typeface="Arial" panose="020B0604020202020204" pitchFamily="34" charset="0"/>
            </a:endParaRPr>
          </a:p>
        </p:txBody>
      </p:sp>
      <p:sp>
        <p:nvSpPr>
          <p:cNvPr id="2" name="Footer Placeholder 1">
            <a:extLst>
              <a:ext uri="{FF2B5EF4-FFF2-40B4-BE49-F238E27FC236}">
                <a16:creationId xmlns:a16="http://schemas.microsoft.com/office/drawing/2014/main" id="{42B03FB9-F2CF-E9E2-CD16-EFAF39A54C0C}"/>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164CD42C-6FD6-83F9-3066-E738240B842C}"/>
              </a:ext>
            </a:extLst>
          </p:cNvPr>
          <p:cNvSpPr>
            <a:spLocks noGrp="1"/>
          </p:cNvSpPr>
          <p:nvPr>
            <p:ph type="sldNum" sz="quarter" idx="11"/>
          </p:nvPr>
        </p:nvSpPr>
        <p:spPr/>
        <p:txBody>
          <a:bodyPr/>
          <a:lstStyle/>
          <a:p>
            <a:fld id="{48135D20-C3A1-FF4C-B4DB-BE449A9B144D}" type="slidenum">
              <a:rPr lang="en-US"/>
              <a:t>‹#›</a:t>
            </a:fld>
            <a:endParaRPr lang="en-US"/>
          </a:p>
        </p:txBody>
      </p:sp>
      <p:pic>
        <p:nvPicPr>
          <p:cNvPr id="3" name="Graphic 2" descr="Lilly Logo">
            <a:extLst>
              <a:ext uri="{FF2B5EF4-FFF2-40B4-BE49-F238E27FC236}">
                <a16:creationId xmlns:a16="http://schemas.microsoft.com/office/drawing/2014/main" id="{67F930FD-CFCB-3EA9-5116-35EAAECE2D9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30305848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Bold Blue and White and Vibrant Azure">
    <p:bg>
      <p:bgPr>
        <a:solidFill>
          <a:schemeClr val="accent2"/>
        </a:solidFill>
        <a:effectLst/>
      </p:bgPr>
    </p:bg>
    <p:spTree>
      <p:nvGrpSpPr>
        <p:cNvPr id="1" name=""/>
        <p:cNvGrpSpPr/>
        <p:nvPr/>
      </p:nvGrpSpPr>
      <p:grpSpPr>
        <a:xfrm>
          <a:off x="0" y="0"/>
          <a:ext cx="0" cy="0"/>
          <a:chOff x="0" y="0"/>
          <a:chExt cx="0" cy="0"/>
        </a:xfrm>
      </p:grpSpPr>
      <p:sp>
        <p:nvSpPr>
          <p:cNvPr id="4" name="Google Shape;409;p64">
            <a:extLst>
              <a:ext uri="{FF2B5EF4-FFF2-40B4-BE49-F238E27FC236}">
                <a16:creationId xmlns:a16="http://schemas.microsoft.com/office/drawing/2014/main" id="{9156921D-1EF5-FD46-8EE2-FA2234B3619C}"/>
              </a:ext>
            </a:extLst>
          </p:cNvPr>
          <p:cNvSpPr/>
          <p:nvPr userDrawn="1"/>
        </p:nvSpPr>
        <p:spPr>
          <a:xfrm>
            <a:off x="33" y="3505200"/>
            <a:ext cx="6092000" cy="3353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latin typeface="Arial" panose="020B0604020202020204" pitchFamily="34" charset="0"/>
            </a:endParaRPr>
          </a:p>
        </p:txBody>
      </p:sp>
      <p:sp>
        <p:nvSpPr>
          <p:cNvPr id="5" name="Google Shape;410;p64">
            <a:extLst>
              <a:ext uri="{FF2B5EF4-FFF2-40B4-BE49-F238E27FC236}">
                <a16:creationId xmlns:a16="http://schemas.microsoft.com/office/drawing/2014/main" id="{02F24FD1-1B81-D745-912D-C6B06C789EFE}"/>
              </a:ext>
            </a:extLst>
          </p:cNvPr>
          <p:cNvSpPr/>
          <p:nvPr userDrawn="1"/>
        </p:nvSpPr>
        <p:spPr>
          <a:xfrm>
            <a:off x="6092033" y="3505200"/>
            <a:ext cx="6100000" cy="335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latin typeface="Arial" panose="020B0604020202020204" pitchFamily="34" charset="0"/>
            </a:endParaRPr>
          </a:p>
        </p:txBody>
      </p:sp>
      <p:sp>
        <p:nvSpPr>
          <p:cNvPr id="2" name="Footer Placeholder 1">
            <a:extLst>
              <a:ext uri="{FF2B5EF4-FFF2-40B4-BE49-F238E27FC236}">
                <a16:creationId xmlns:a16="http://schemas.microsoft.com/office/drawing/2014/main" id="{419183C1-A797-822E-8EDA-77E79CBE4E1B}"/>
              </a:ext>
            </a:extLst>
          </p:cNvPr>
          <p:cNvSpPr>
            <a:spLocks noGrp="1"/>
          </p:cNvSpPr>
          <p:nvPr>
            <p:ph type="ftr" sz="quarter" idx="10"/>
          </p:nvPr>
        </p:nvSpPr>
        <p:spPr/>
        <p:txBody>
          <a:bodyPr/>
          <a:lstStyle/>
          <a:p>
            <a:r>
              <a:rPr lang="en-US"/>
              <a:t>Company Confidential  © 2024 Eli Lilly and Company</a:t>
            </a:r>
          </a:p>
        </p:txBody>
      </p:sp>
      <p:sp>
        <p:nvSpPr>
          <p:cNvPr id="6" name="Slide Number Placeholder 5">
            <a:extLst>
              <a:ext uri="{FF2B5EF4-FFF2-40B4-BE49-F238E27FC236}">
                <a16:creationId xmlns:a16="http://schemas.microsoft.com/office/drawing/2014/main" id="{4C38BA8D-9599-99B9-4A78-B8D7FCF23407}"/>
              </a:ext>
            </a:extLst>
          </p:cNvPr>
          <p:cNvSpPr>
            <a:spLocks noGrp="1"/>
          </p:cNvSpPr>
          <p:nvPr>
            <p:ph type="sldNum" sz="quarter" idx="11"/>
          </p:nvPr>
        </p:nvSpPr>
        <p:spPr/>
        <p:txBody>
          <a:bodyPr/>
          <a:lstStyle/>
          <a:p>
            <a:fld id="{48135D20-C3A1-FF4C-B4DB-BE449A9B144D}" type="slidenum">
              <a:rPr lang="en-US"/>
              <a:t>‹#›</a:t>
            </a:fld>
            <a:endParaRPr lang="en-US"/>
          </a:p>
        </p:txBody>
      </p:sp>
      <p:pic>
        <p:nvPicPr>
          <p:cNvPr id="3" name="Graphic 2" descr="Lilly Logo">
            <a:extLst>
              <a:ext uri="{FF2B5EF4-FFF2-40B4-BE49-F238E27FC236}">
                <a16:creationId xmlns:a16="http://schemas.microsoft.com/office/drawing/2014/main" id="{EC9ABE8F-5745-0FA1-E297-9FA2F012C9F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55057854"/>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Red and White and Black">
    <p:bg>
      <p:bgPr>
        <a:solidFill>
          <a:schemeClr val="bg2"/>
        </a:solidFill>
        <a:effectLst/>
      </p:bgPr>
    </p:bg>
    <p:spTree>
      <p:nvGrpSpPr>
        <p:cNvPr id="1" name=""/>
        <p:cNvGrpSpPr/>
        <p:nvPr/>
      </p:nvGrpSpPr>
      <p:grpSpPr>
        <a:xfrm>
          <a:off x="0" y="0"/>
          <a:ext cx="0" cy="0"/>
          <a:chOff x="0" y="0"/>
          <a:chExt cx="0" cy="0"/>
        </a:xfrm>
      </p:grpSpPr>
      <p:sp>
        <p:nvSpPr>
          <p:cNvPr id="4" name="Google Shape;417;p65">
            <a:extLst>
              <a:ext uri="{FF2B5EF4-FFF2-40B4-BE49-F238E27FC236}">
                <a16:creationId xmlns:a16="http://schemas.microsoft.com/office/drawing/2014/main" id="{E828F49A-1DC1-4E41-9553-695334D4256A}"/>
              </a:ext>
            </a:extLst>
          </p:cNvPr>
          <p:cNvSpPr/>
          <p:nvPr userDrawn="1"/>
        </p:nvSpPr>
        <p:spPr>
          <a:xfrm>
            <a:off x="33" y="3505200"/>
            <a:ext cx="6092000" cy="3353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latin typeface="Arial" panose="020B0604020202020204" pitchFamily="34" charset="0"/>
            </a:endParaRPr>
          </a:p>
        </p:txBody>
      </p:sp>
      <p:sp>
        <p:nvSpPr>
          <p:cNvPr id="5" name="Google Shape;418;p65">
            <a:extLst>
              <a:ext uri="{FF2B5EF4-FFF2-40B4-BE49-F238E27FC236}">
                <a16:creationId xmlns:a16="http://schemas.microsoft.com/office/drawing/2014/main" id="{4ECCA6D3-3CC3-E44B-870A-40DF98EED6D8}"/>
              </a:ext>
            </a:extLst>
          </p:cNvPr>
          <p:cNvSpPr/>
          <p:nvPr userDrawn="1"/>
        </p:nvSpPr>
        <p:spPr>
          <a:xfrm>
            <a:off x="6092033" y="3505000"/>
            <a:ext cx="6100000" cy="3353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b="0" i="0">
              <a:latin typeface="Arial" panose="020B0604020202020204" pitchFamily="34" charset="0"/>
            </a:endParaRPr>
          </a:p>
        </p:txBody>
      </p:sp>
      <p:sp>
        <p:nvSpPr>
          <p:cNvPr id="2" name="Footer Placeholder 1">
            <a:extLst>
              <a:ext uri="{FF2B5EF4-FFF2-40B4-BE49-F238E27FC236}">
                <a16:creationId xmlns:a16="http://schemas.microsoft.com/office/drawing/2014/main" id="{0D5EBA5A-6344-EB08-F4A1-732073E8116E}"/>
              </a:ext>
            </a:extLst>
          </p:cNvPr>
          <p:cNvSpPr>
            <a:spLocks noGrp="1"/>
          </p:cNvSpPr>
          <p:nvPr>
            <p:ph type="ftr" sz="quarter" idx="10"/>
          </p:nvPr>
        </p:nvSpPr>
        <p:spPr/>
        <p:txBody>
          <a:bodyPr/>
          <a:lstStyle>
            <a:lvl1pPr>
              <a:defRPr>
                <a:solidFill>
                  <a:schemeClr val="bg1"/>
                </a:solidFill>
              </a:defRPr>
            </a:lvl1pPr>
          </a:lstStyle>
          <a:p>
            <a:r>
              <a:rPr lang="en-US"/>
              <a:t>Company Confidential  © 2024 Eli Lilly and Company</a:t>
            </a:r>
          </a:p>
        </p:txBody>
      </p:sp>
      <p:sp>
        <p:nvSpPr>
          <p:cNvPr id="6" name="Slide Number Placeholder 5">
            <a:extLst>
              <a:ext uri="{FF2B5EF4-FFF2-40B4-BE49-F238E27FC236}">
                <a16:creationId xmlns:a16="http://schemas.microsoft.com/office/drawing/2014/main" id="{E70C6060-E866-16C2-4FE2-8AA0BEF2515C}"/>
              </a:ext>
            </a:extLst>
          </p:cNvPr>
          <p:cNvSpPr>
            <a:spLocks noGrp="1"/>
          </p:cNvSpPr>
          <p:nvPr>
            <p:ph type="sldNum" sz="quarter" idx="11"/>
          </p:nvPr>
        </p:nvSpPr>
        <p:spPr/>
        <p:txBody>
          <a:bodyPr/>
          <a:lstStyle>
            <a:lvl1pPr>
              <a:defRPr>
                <a:solidFill>
                  <a:schemeClr val="bg1"/>
                </a:solidFill>
              </a:defRPr>
            </a:lvl1pPr>
          </a:lstStyle>
          <a:p>
            <a:fld id="{48135D20-C3A1-FF4C-B4DB-BE449A9B144D}" type="slidenum">
              <a:rPr lang="en-US"/>
              <a:pPr/>
              <a:t>‹#›</a:t>
            </a:fld>
            <a:endParaRPr lang="en-US"/>
          </a:p>
        </p:txBody>
      </p:sp>
      <p:pic>
        <p:nvPicPr>
          <p:cNvPr id="3" name="Graphic 2" descr="Lilly Logo">
            <a:extLst>
              <a:ext uri="{FF2B5EF4-FFF2-40B4-BE49-F238E27FC236}">
                <a16:creationId xmlns:a16="http://schemas.microsoft.com/office/drawing/2014/main" id="{C44A2908-867C-974B-B8E4-585D93B5DC8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07264" y="6425184"/>
            <a:ext cx="451103" cy="246354"/>
          </a:xfrm>
          <a:prstGeom prst="rect">
            <a:avLst/>
          </a:prstGeom>
        </p:spPr>
      </p:pic>
    </p:spTree>
    <p:extLst>
      <p:ext uri="{BB962C8B-B14F-4D97-AF65-F5344CB8AC3E}">
        <p14:creationId xmlns:p14="http://schemas.microsoft.com/office/powerpoint/2010/main" val="401045550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A3304-0168-FEB6-5DB8-8D8F0E2B390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64FAD9-C6B8-7DC6-E110-2E81728128D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123604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5.xml"/><Relationship Id="rId18" Type="http://schemas.openxmlformats.org/officeDocument/2006/relationships/slideLayout" Target="../slideLayouts/slideLayout80.xml"/><Relationship Id="rId26" Type="http://schemas.openxmlformats.org/officeDocument/2006/relationships/slideLayout" Target="../slideLayouts/slideLayout88.xml"/><Relationship Id="rId39" Type="http://schemas.openxmlformats.org/officeDocument/2006/relationships/slideLayout" Target="../slideLayouts/slideLayout101.xml"/><Relationship Id="rId21" Type="http://schemas.openxmlformats.org/officeDocument/2006/relationships/slideLayout" Target="../slideLayouts/slideLayout83.xml"/><Relationship Id="rId34" Type="http://schemas.openxmlformats.org/officeDocument/2006/relationships/slideLayout" Target="../slideLayouts/slideLayout96.xml"/><Relationship Id="rId42" Type="http://schemas.openxmlformats.org/officeDocument/2006/relationships/slideLayout" Target="../slideLayouts/slideLayout104.xml"/><Relationship Id="rId47" Type="http://schemas.openxmlformats.org/officeDocument/2006/relationships/slideLayout" Target="../slideLayouts/slideLayout109.xml"/><Relationship Id="rId50" Type="http://schemas.openxmlformats.org/officeDocument/2006/relationships/slideLayout" Target="../slideLayouts/slideLayout112.xml"/><Relationship Id="rId55" Type="http://schemas.openxmlformats.org/officeDocument/2006/relationships/slideLayout" Target="../slideLayouts/slideLayout117.xml"/><Relationship Id="rId63" Type="http://schemas.openxmlformats.org/officeDocument/2006/relationships/slideLayout" Target="../slideLayouts/slideLayout125.xml"/><Relationship Id="rId68" Type="http://schemas.openxmlformats.org/officeDocument/2006/relationships/slideLayout" Target="../slideLayouts/slideLayout130.xml"/><Relationship Id="rId76" Type="http://schemas.openxmlformats.org/officeDocument/2006/relationships/slideLayout" Target="../slideLayouts/slideLayout138.xml"/><Relationship Id="rId84" Type="http://schemas.openxmlformats.org/officeDocument/2006/relationships/slideLayout" Target="../slideLayouts/slideLayout146.xml"/><Relationship Id="rId89" Type="http://schemas.openxmlformats.org/officeDocument/2006/relationships/slideLayout" Target="../slideLayouts/slideLayout151.xml"/><Relationship Id="rId7" Type="http://schemas.openxmlformats.org/officeDocument/2006/relationships/slideLayout" Target="../slideLayouts/slideLayout69.xml"/><Relationship Id="rId71" Type="http://schemas.openxmlformats.org/officeDocument/2006/relationships/slideLayout" Target="../slideLayouts/slideLayout133.xml"/><Relationship Id="rId92" Type="http://schemas.openxmlformats.org/officeDocument/2006/relationships/theme" Target="../theme/theme2.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9" Type="http://schemas.openxmlformats.org/officeDocument/2006/relationships/slideLayout" Target="../slideLayouts/slideLayout91.xml"/><Relationship Id="rId11" Type="http://schemas.openxmlformats.org/officeDocument/2006/relationships/slideLayout" Target="../slideLayouts/slideLayout73.xml"/><Relationship Id="rId24" Type="http://schemas.openxmlformats.org/officeDocument/2006/relationships/slideLayout" Target="../slideLayouts/slideLayout86.xml"/><Relationship Id="rId32" Type="http://schemas.openxmlformats.org/officeDocument/2006/relationships/slideLayout" Target="../slideLayouts/slideLayout94.xml"/><Relationship Id="rId37" Type="http://schemas.openxmlformats.org/officeDocument/2006/relationships/slideLayout" Target="../slideLayouts/slideLayout99.xml"/><Relationship Id="rId40" Type="http://schemas.openxmlformats.org/officeDocument/2006/relationships/slideLayout" Target="../slideLayouts/slideLayout102.xml"/><Relationship Id="rId45" Type="http://schemas.openxmlformats.org/officeDocument/2006/relationships/slideLayout" Target="../slideLayouts/slideLayout107.xml"/><Relationship Id="rId53" Type="http://schemas.openxmlformats.org/officeDocument/2006/relationships/slideLayout" Target="../slideLayouts/slideLayout115.xml"/><Relationship Id="rId58" Type="http://schemas.openxmlformats.org/officeDocument/2006/relationships/slideLayout" Target="../slideLayouts/slideLayout120.xml"/><Relationship Id="rId66" Type="http://schemas.openxmlformats.org/officeDocument/2006/relationships/slideLayout" Target="../slideLayouts/slideLayout128.xml"/><Relationship Id="rId74" Type="http://schemas.openxmlformats.org/officeDocument/2006/relationships/slideLayout" Target="../slideLayouts/slideLayout136.xml"/><Relationship Id="rId79" Type="http://schemas.openxmlformats.org/officeDocument/2006/relationships/slideLayout" Target="../slideLayouts/slideLayout141.xml"/><Relationship Id="rId87" Type="http://schemas.openxmlformats.org/officeDocument/2006/relationships/slideLayout" Target="../slideLayouts/slideLayout149.xml"/><Relationship Id="rId5" Type="http://schemas.openxmlformats.org/officeDocument/2006/relationships/slideLayout" Target="../slideLayouts/slideLayout67.xml"/><Relationship Id="rId61" Type="http://schemas.openxmlformats.org/officeDocument/2006/relationships/slideLayout" Target="../slideLayouts/slideLayout123.xml"/><Relationship Id="rId82" Type="http://schemas.openxmlformats.org/officeDocument/2006/relationships/slideLayout" Target="../slideLayouts/slideLayout144.xml"/><Relationship Id="rId90" Type="http://schemas.openxmlformats.org/officeDocument/2006/relationships/slideLayout" Target="../slideLayouts/slideLayout152.xml"/><Relationship Id="rId19" Type="http://schemas.openxmlformats.org/officeDocument/2006/relationships/slideLayout" Target="../slideLayouts/slideLayout81.xml"/><Relationship Id="rId14" Type="http://schemas.openxmlformats.org/officeDocument/2006/relationships/slideLayout" Target="../slideLayouts/slideLayout76.xml"/><Relationship Id="rId22" Type="http://schemas.openxmlformats.org/officeDocument/2006/relationships/slideLayout" Target="../slideLayouts/slideLayout84.xml"/><Relationship Id="rId27" Type="http://schemas.openxmlformats.org/officeDocument/2006/relationships/slideLayout" Target="../slideLayouts/slideLayout89.xml"/><Relationship Id="rId30" Type="http://schemas.openxmlformats.org/officeDocument/2006/relationships/slideLayout" Target="../slideLayouts/slideLayout92.xml"/><Relationship Id="rId35" Type="http://schemas.openxmlformats.org/officeDocument/2006/relationships/slideLayout" Target="../slideLayouts/slideLayout97.xml"/><Relationship Id="rId43" Type="http://schemas.openxmlformats.org/officeDocument/2006/relationships/slideLayout" Target="../slideLayouts/slideLayout105.xml"/><Relationship Id="rId48" Type="http://schemas.openxmlformats.org/officeDocument/2006/relationships/slideLayout" Target="../slideLayouts/slideLayout110.xml"/><Relationship Id="rId56" Type="http://schemas.openxmlformats.org/officeDocument/2006/relationships/slideLayout" Target="../slideLayouts/slideLayout118.xml"/><Relationship Id="rId64" Type="http://schemas.openxmlformats.org/officeDocument/2006/relationships/slideLayout" Target="../slideLayouts/slideLayout126.xml"/><Relationship Id="rId69" Type="http://schemas.openxmlformats.org/officeDocument/2006/relationships/slideLayout" Target="../slideLayouts/slideLayout131.xml"/><Relationship Id="rId77" Type="http://schemas.openxmlformats.org/officeDocument/2006/relationships/slideLayout" Target="../slideLayouts/slideLayout139.xml"/><Relationship Id="rId8" Type="http://schemas.openxmlformats.org/officeDocument/2006/relationships/slideLayout" Target="../slideLayouts/slideLayout70.xml"/><Relationship Id="rId51" Type="http://schemas.openxmlformats.org/officeDocument/2006/relationships/slideLayout" Target="../slideLayouts/slideLayout113.xml"/><Relationship Id="rId72" Type="http://schemas.openxmlformats.org/officeDocument/2006/relationships/slideLayout" Target="../slideLayouts/slideLayout134.xml"/><Relationship Id="rId80" Type="http://schemas.openxmlformats.org/officeDocument/2006/relationships/slideLayout" Target="../slideLayouts/slideLayout142.xml"/><Relationship Id="rId85" Type="http://schemas.openxmlformats.org/officeDocument/2006/relationships/slideLayout" Target="../slideLayouts/slideLayout147.xml"/><Relationship Id="rId93" Type="http://schemas.openxmlformats.org/officeDocument/2006/relationships/image" Target="../media/image1.png"/><Relationship Id="rId3" Type="http://schemas.openxmlformats.org/officeDocument/2006/relationships/slideLayout" Target="../slideLayouts/slideLayout65.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5" Type="http://schemas.openxmlformats.org/officeDocument/2006/relationships/slideLayout" Target="../slideLayouts/slideLayout87.xml"/><Relationship Id="rId33" Type="http://schemas.openxmlformats.org/officeDocument/2006/relationships/slideLayout" Target="../slideLayouts/slideLayout95.xml"/><Relationship Id="rId38" Type="http://schemas.openxmlformats.org/officeDocument/2006/relationships/slideLayout" Target="../slideLayouts/slideLayout100.xml"/><Relationship Id="rId46" Type="http://schemas.openxmlformats.org/officeDocument/2006/relationships/slideLayout" Target="../slideLayouts/slideLayout108.xml"/><Relationship Id="rId59" Type="http://schemas.openxmlformats.org/officeDocument/2006/relationships/slideLayout" Target="../slideLayouts/slideLayout121.xml"/><Relationship Id="rId67" Type="http://schemas.openxmlformats.org/officeDocument/2006/relationships/slideLayout" Target="../slideLayouts/slideLayout129.xml"/><Relationship Id="rId20" Type="http://schemas.openxmlformats.org/officeDocument/2006/relationships/slideLayout" Target="../slideLayouts/slideLayout82.xml"/><Relationship Id="rId41" Type="http://schemas.openxmlformats.org/officeDocument/2006/relationships/slideLayout" Target="../slideLayouts/slideLayout103.xml"/><Relationship Id="rId54" Type="http://schemas.openxmlformats.org/officeDocument/2006/relationships/slideLayout" Target="../slideLayouts/slideLayout116.xml"/><Relationship Id="rId62" Type="http://schemas.openxmlformats.org/officeDocument/2006/relationships/slideLayout" Target="../slideLayouts/slideLayout124.xml"/><Relationship Id="rId70" Type="http://schemas.openxmlformats.org/officeDocument/2006/relationships/slideLayout" Target="../slideLayouts/slideLayout132.xml"/><Relationship Id="rId75" Type="http://schemas.openxmlformats.org/officeDocument/2006/relationships/slideLayout" Target="../slideLayouts/slideLayout137.xml"/><Relationship Id="rId83" Type="http://schemas.openxmlformats.org/officeDocument/2006/relationships/slideLayout" Target="../slideLayouts/slideLayout145.xml"/><Relationship Id="rId88" Type="http://schemas.openxmlformats.org/officeDocument/2006/relationships/slideLayout" Target="../slideLayouts/slideLayout150.xml"/><Relationship Id="rId91" Type="http://schemas.openxmlformats.org/officeDocument/2006/relationships/slideLayout" Target="../slideLayouts/slideLayout153.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5" Type="http://schemas.openxmlformats.org/officeDocument/2006/relationships/slideLayout" Target="../slideLayouts/slideLayout77.xml"/><Relationship Id="rId23" Type="http://schemas.openxmlformats.org/officeDocument/2006/relationships/slideLayout" Target="../slideLayouts/slideLayout85.xml"/><Relationship Id="rId28" Type="http://schemas.openxmlformats.org/officeDocument/2006/relationships/slideLayout" Target="../slideLayouts/slideLayout90.xml"/><Relationship Id="rId36" Type="http://schemas.openxmlformats.org/officeDocument/2006/relationships/slideLayout" Target="../slideLayouts/slideLayout98.xml"/><Relationship Id="rId49" Type="http://schemas.openxmlformats.org/officeDocument/2006/relationships/slideLayout" Target="../slideLayouts/slideLayout111.xml"/><Relationship Id="rId57" Type="http://schemas.openxmlformats.org/officeDocument/2006/relationships/slideLayout" Target="../slideLayouts/slideLayout119.xml"/><Relationship Id="rId10" Type="http://schemas.openxmlformats.org/officeDocument/2006/relationships/slideLayout" Target="../slideLayouts/slideLayout72.xml"/><Relationship Id="rId31" Type="http://schemas.openxmlformats.org/officeDocument/2006/relationships/slideLayout" Target="../slideLayouts/slideLayout93.xml"/><Relationship Id="rId44" Type="http://schemas.openxmlformats.org/officeDocument/2006/relationships/slideLayout" Target="../slideLayouts/slideLayout106.xml"/><Relationship Id="rId52" Type="http://schemas.openxmlformats.org/officeDocument/2006/relationships/slideLayout" Target="../slideLayouts/slideLayout114.xml"/><Relationship Id="rId60" Type="http://schemas.openxmlformats.org/officeDocument/2006/relationships/slideLayout" Target="../slideLayouts/slideLayout122.xml"/><Relationship Id="rId65" Type="http://schemas.openxmlformats.org/officeDocument/2006/relationships/slideLayout" Target="../slideLayouts/slideLayout127.xml"/><Relationship Id="rId73" Type="http://schemas.openxmlformats.org/officeDocument/2006/relationships/slideLayout" Target="../slideLayouts/slideLayout135.xml"/><Relationship Id="rId78" Type="http://schemas.openxmlformats.org/officeDocument/2006/relationships/slideLayout" Target="../slideLayouts/slideLayout140.xml"/><Relationship Id="rId81" Type="http://schemas.openxmlformats.org/officeDocument/2006/relationships/slideLayout" Target="../slideLayouts/slideLayout143.xml"/><Relationship Id="rId86" Type="http://schemas.openxmlformats.org/officeDocument/2006/relationships/slideLayout" Target="../slideLayouts/slideLayout148.xml"/><Relationship Id="rId94" Type="http://schemas.openxmlformats.org/officeDocument/2006/relationships/image" Target="../media/image2.svg"/><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theme" Target="../theme/theme3.xml"/><Relationship Id="rId1" Type="http://schemas.openxmlformats.org/officeDocument/2006/relationships/slideLayout" Target="../slideLayouts/slideLayout154.xml"/><Relationship Id="rId4" Type="http://schemas.openxmlformats.org/officeDocument/2006/relationships/image" Target="../media/image67.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09F8A9-754B-50DC-2EB7-30305088EC8A}"/>
              </a:ext>
            </a:extLst>
          </p:cNvPr>
          <p:cNvSpPr>
            <a:spLocks noGrp="1"/>
          </p:cNvSpPr>
          <p:nvPr>
            <p:ph type="title"/>
          </p:nvPr>
        </p:nvSpPr>
        <p:spPr>
          <a:xfrm>
            <a:off x="609600" y="567830"/>
            <a:ext cx="11058144" cy="914400"/>
          </a:xfrm>
          <a:prstGeom prst="rect">
            <a:avLst/>
          </a:prstGeom>
        </p:spPr>
        <p:txBody>
          <a:bodyPr vert="horz" lIns="0" tIns="0" rIns="0" bIns="0" rtlCol="0" anchor="t"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C621CBE9-6956-CE07-CF18-9161E1915B8C}"/>
              </a:ext>
            </a:extLst>
          </p:cNvPr>
          <p:cNvSpPr>
            <a:spLocks noGrp="1"/>
          </p:cNvSpPr>
          <p:nvPr>
            <p:ph type="body" idx="1"/>
          </p:nvPr>
        </p:nvSpPr>
        <p:spPr>
          <a:xfrm>
            <a:off x="609600" y="1828800"/>
            <a:ext cx="11058144" cy="4253284"/>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9E89C31-721A-1004-27B2-706A01F95515}"/>
              </a:ext>
            </a:extLst>
          </p:cNvPr>
          <p:cNvSpPr>
            <a:spLocks noGrp="1"/>
          </p:cNvSpPr>
          <p:nvPr>
            <p:ph type="ftr" sz="quarter" idx="3"/>
          </p:nvPr>
        </p:nvSpPr>
        <p:spPr>
          <a:xfrm>
            <a:off x="9192768" y="6510528"/>
            <a:ext cx="2438400" cy="121920"/>
          </a:xfrm>
          <a:prstGeom prst="rect">
            <a:avLst/>
          </a:prstGeom>
        </p:spPr>
        <p:txBody>
          <a:bodyPr vert="horz" wrap="none" lIns="0" tIns="0" rIns="0" bIns="0" rtlCol="0" anchor="ctr"/>
          <a:lstStyle>
            <a:lvl1pPr algn="r">
              <a:defRPr sz="667">
                <a:solidFill>
                  <a:schemeClr val="tx1"/>
                </a:solidFill>
                <a:latin typeface="+mn-lt"/>
              </a:defRPr>
            </a:lvl1pPr>
          </a:lstStyle>
          <a:p>
            <a:r>
              <a:rPr lang="en-US"/>
              <a:t>Company Confidential  © 2024 Eli Lilly and Company</a:t>
            </a:r>
          </a:p>
        </p:txBody>
      </p:sp>
      <p:sp>
        <p:nvSpPr>
          <p:cNvPr id="6" name="Slide Number Placeholder 5">
            <a:extLst>
              <a:ext uri="{FF2B5EF4-FFF2-40B4-BE49-F238E27FC236}">
                <a16:creationId xmlns:a16="http://schemas.microsoft.com/office/drawing/2014/main" id="{B099CE90-F8BE-6030-D2A5-A1D68DB6B9D8}"/>
              </a:ext>
            </a:extLst>
          </p:cNvPr>
          <p:cNvSpPr>
            <a:spLocks noGrp="1"/>
          </p:cNvSpPr>
          <p:nvPr>
            <p:ph type="sldNum" sz="quarter" idx="4"/>
          </p:nvPr>
        </p:nvSpPr>
        <p:spPr>
          <a:xfrm>
            <a:off x="11667744" y="6510528"/>
            <a:ext cx="304800" cy="121920"/>
          </a:xfrm>
          <a:prstGeom prst="rect">
            <a:avLst/>
          </a:prstGeom>
        </p:spPr>
        <p:txBody>
          <a:bodyPr vert="horz" lIns="0" tIns="0" rIns="0" bIns="0" rtlCol="0" anchor="ctr"/>
          <a:lstStyle>
            <a:lvl1pPr algn="r">
              <a:defRPr sz="667">
                <a:solidFill>
                  <a:schemeClr val="tx1"/>
                </a:solidFill>
                <a:latin typeface="+mn-lt"/>
              </a:defRPr>
            </a:lvl1pPr>
          </a:lstStyle>
          <a:p>
            <a:fld id="{48135D20-C3A1-FF4C-B4DB-BE449A9B144D}" type="slidenum">
              <a:t>‹#›</a:t>
            </a:fld>
            <a:endParaRPr lang="en-US"/>
          </a:p>
        </p:txBody>
      </p:sp>
      <p:pic>
        <p:nvPicPr>
          <p:cNvPr id="7" name="Graphic 6" descr="Lilly Logo">
            <a:extLst>
              <a:ext uri="{FF2B5EF4-FFF2-40B4-BE49-F238E27FC236}">
                <a16:creationId xmlns:a16="http://schemas.microsoft.com/office/drawing/2014/main" id="{517F28FA-F288-05D3-13EA-99C0902FA694}"/>
              </a:ext>
            </a:extLst>
          </p:cNvPr>
          <p:cNvPicPr>
            <a:picLocks noChangeAspect="1"/>
          </p:cNvPicPr>
          <p:nvPr userDrawn="1"/>
        </p:nvPicPr>
        <p:blipFill>
          <a:blip r:embed="rId64">
            <a:extLst>
              <a:ext uri="{96DAC541-7B7A-43D3-8B79-37D633B846F1}">
                <asvg:svgBlip xmlns:asvg="http://schemas.microsoft.com/office/drawing/2016/SVG/main" r:embed="rId65"/>
              </a:ext>
            </a:extLst>
          </a:blip>
          <a:srcRect/>
          <a:stretch/>
        </p:blipFill>
        <p:spPr>
          <a:xfrm>
            <a:off x="207264" y="6425184"/>
            <a:ext cx="451103" cy="246355"/>
          </a:xfrm>
          <a:prstGeom prst="rect">
            <a:avLst/>
          </a:prstGeom>
        </p:spPr>
      </p:pic>
    </p:spTree>
    <p:extLst>
      <p:ext uri="{BB962C8B-B14F-4D97-AF65-F5344CB8AC3E}">
        <p14:creationId xmlns:p14="http://schemas.microsoft.com/office/powerpoint/2010/main" val="897116807"/>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998" r:id="rId3"/>
    <p:sldLayoutId id="2147483762" r:id="rId4"/>
    <p:sldLayoutId id="2147483763" r:id="rId5"/>
    <p:sldLayoutId id="2147483861" r:id="rId6"/>
    <p:sldLayoutId id="2147483862" r:id="rId7"/>
    <p:sldLayoutId id="2147483872" r:id="rId8"/>
    <p:sldLayoutId id="2147483895" r:id="rId9"/>
    <p:sldLayoutId id="2147483896" r:id="rId10"/>
    <p:sldLayoutId id="2147483873" r:id="rId11"/>
    <p:sldLayoutId id="2147483876" r:id="rId12"/>
    <p:sldLayoutId id="2147483874" r:id="rId13"/>
    <p:sldLayoutId id="2147483887" r:id="rId14"/>
    <p:sldLayoutId id="2147483888" r:id="rId15"/>
    <p:sldLayoutId id="2147483891" r:id="rId16"/>
    <p:sldLayoutId id="2147483892" r:id="rId17"/>
    <p:sldLayoutId id="2147483965" r:id="rId18"/>
    <p:sldLayoutId id="2147483966" r:id="rId19"/>
    <p:sldLayoutId id="2147483967" r:id="rId20"/>
    <p:sldLayoutId id="2147483893" r:id="rId21"/>
    <p:sldLayoutId id="2147483894" r:id="rId22"/>
    <p:sldLayoutId id="2147483974" r:id="rId23"/>
    <p:sldLayoutId id="2147483970" r:id="rId24"/>
    <p:sldLayoutId id="2147483969" r:id="rId25"/>
    <p:sldLayoutId id="2147483971" r:id="rId26"/>
    <p:sldLayoutId id="2147483972" r:id="rId27"/>
    <p:sldLayoutId id="2147483973" r:id="rId28"/>
    <p:sldLayoutId id="2147483875" r:id="rId29"/>
    <p:sldLayoutId id="2147483774" r:id="rId30"/>
    <p:sldLayoutId id="2147483775" r:id="rId31"/>
    <p:sldLayoutId id="2147483866" r:id="rId32"/>
    <p:sldLayoutId id="2147483867" r:id="rId33"/>
    <p:sldLayoutId id="2147483868" r:id="rId34"/>
    <p:sldLayoutId id="2147483869" r:id="rId35"/>
    <p:sldLayoutId id="2147483871" r:id="rId36"/>
    <p:sldLayoutId id="2147483870" r:id="rId37"/>
    <p:sldLayoutId id="2147483771" r:id="rId38"/>
    <p:sldLayoutId id="2147483772" r:id="rId39"/>
    <p:sldLayoutId id="2147483776" r:id="rId40"/>
    <p:sldLayoutId id="2147483777" r:id="rId41"/>
    <p:sldLayoutId id="2147483886" r:id="rId42"/>
    <p:sldLayoutId id="2147483889" r:id="rId43"/>
    <p:sldLayoutId id="2147483883" r:id="rId44"/>
    <p:sldLayoutId id="2147483884" r:id="rId45"/>
    <p:sldLayoutId id="2147483885" r:id="rId46"/>
    <p:sldLayoutId id="2147483780" r:id="rId47"/>
    <p:sldLayoutId id="2147483877" r:id="rId48"/>
    <p:sldLayoutId id="2147483878" r:id="rId49"/>
    <p:sldLayoutId id="2147483879" r:id="rId50"/>
    <p:sldLayoutId id="2147483880" r:id="rId51"/>
    <p:sldLayoutId id="2147483782" r:id="rId52"/>
    <p:sldLayoutId id="2147483881" r:id="rId53"/>
    <p:sldLayoutId id="2147483882" r:id="rId54"/>
    <p:sldLayoutId id="2147483764" r:id="rId55"/>
    <p:sldLayoutId id="2147483765" r:id="rId56"/>
    <p:sldLayoutId id="2147483766" r:id="rId57"/>
    <p:sldLayoutId id="2147483767" r:id="rId58"/>
    <p:sldLayoutId id="2147483768" r:id="rId59"/>
    <p:sldLayoutId id="2147483769" r:id="rId60"/>
    <p:sldLayoutId id="2147483809" r:id="rId61"/>
    <p:sldLayoutId id="2147483808" r:id="rId62"/>
  </p:sldLayoutIdLst>
  <p:hf hdr="0" dt="0"/>
  <p:txStyles>
    <p:titleStyle>
      <a:lvl1pPr algn="l" defTabSz="914377" rtl="0" eaLnBrk="1" latinLnBrk="0" hangingPunct="1">
        <a:lnSpc>
          <a:spcPct val="80000"/>
        </a:lnSpc>
        <a:spcBef>
          <a:spcPct val="0"/>
        </a:spcBef>
        <a:buNone/>
        <a:defRPr sz="4000" b="1" kern="400" spc="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E46962"/>
          </p15:clr>
        </p15:guide>
        <p15:guide id="2" pos="7344" userDrawn="1">
          <p15:clr>
            <a:srgbClr val="E46962"/>
          </p15:clr>
        </p15:guide>
        <p15:guide id="3" pos="3840" userDrawn="1">
          <p15:clr>
            <a:srgbClr val="E46962"/>
          </p15:clr>
        </p15:guide>
        <p15:guide id="4" orient="horz" pos="360" userDrawn="1">
          <p15:clr>
            <a:srgbClr val="E46962"/>
          </p15:clr>
        </p15:guide>
        <p15:guide id="5" orient="horz" pos="3960" userDrawn="1">
          <p15:clr>
            <a:srgbClr val="E46962"/>
          </p15:clr>
        </p15:guide>
        <p15:guide id="6" orient="horz" pos="2160" userDrawn="1">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09F8A9-754B-50DC-2EB7-30305088EC8A}"/>
              </a:ext>
            </a:extLst>
          </p:cNvPr>
          <p:cNvSpPr>
            <a:spLocks noGrp="1"/>
          </p:cNvSpPr>
          <p:nvPr>
            <p:ph type="title"/>
          </p:nvPr>
        </p:nvSpPr>
        <p:spPr>
          <a:xfrm>
            <a:off x="609600" y="567830"/>
            <a:ext cx="11058144" cy="914400"/>
          </a:xfrm>
          <a:prstGeom prst="rect">
            <a:avLst/>
          </a:prstGeom>
        </p:spPr>
        <p:txBody>
          <a:bodyPr vert="horz" lIns="0" tIns="0" rIns="0" bIns="0" rtlCol="0" anchor="t"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C621CBE9-6956-CE07-CF18-9161E1915B8C}"/>
              </a:ext>
            </a:extLst>
          </p:cNvPr>
          <p:cNvSpPr>
            <a:spLocks noGrp="1"/>
          </p:cNvSpPr>
          <p:nvPr>
            <p:ph type="body" idx="1"/>
          </p:nvPr>
        </p:nvSpPr>
        <p:spPr>
          <a:xfrm>
            <a:off x="609600" y="1828800"/>
            <a:ext cx="11058144" cy="4253284"/>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9E89C31-721A-1004-27B2-706A01F95515}"/>
              </a:ext>
            </a:extLst>
          </p:cNvPr>
          <p:cNvSpPr>
            <a:spLocks noGrp="1"/>
          </p:cNvSpPr>
          <p:nvPr>
            <p:ph type="ftr" sz="quarter" idx="3"/>
          </p:nvPr>
        </p:nvSpPr>
        <p:spPr>
          <a:xfrm>
            <a:off x="9192768" y="6510528"/>
            <a:ext cx="2438400" cy="121920"/>
          </a:xfrm>
          <a:prstGeom prst="rect">
            <a:avLst/>
          </a:prstGeom>
        </p:spPr>
        <p:txBody>
          <a:bodyPr vert="horz" wrap="none" lIns="0" tIns="0" rIns="0" bIns="0" rtlCol="0" anchor="ctr"/>
          <a:lstStyle>
            <a:lvl1pPr algn="r">
              <a:defRPr sz="667">
                <a:solidFill>
                  <a:schemeClr val="tx1"/>
                </a:solidFill>
                <a:latin typeface="+mn-lt"/>
              </a:defRPr>
            </a:lvl1pPr>
          </a:lstStyle>
          <a:p>
            <a:r>
              <a:rPr lang="en-US"/>
              <a:t>Company Confidential  © 2024 Eli Lilly and Company</a:t>
            </a:r>
          </a:p>
        </p:txBody>
      </p:sp>
      <p:sp>
        <p:nvSpPr>
          <p:cNvPr id="6" name="Slide Number Placeholder 5">
            <a:extLst>
              <a:ext uri="{FF2B5EF4-FFF2-40B4-BE49-F238E27FC236}">
                <a16:creationId xmlns:a16="http://schemas.microsoft.com/office/drawing/2014/main" id="{B099CE90-F8BE-6030-D2A5-A1D68DB6B9D8}"/>
              </a:ext>
            </a:extLst>
          </p:cNvPr>
          <p:cNvSpPr>
            <a:spLocks noGrp="1"/>
          </p:cNvSpPr>
          <p:nvPr>
            <p:ph type="sldNum" sz="quarter" idx="4"/>
          </p:nvPr>
        </p:nvSpPr>
        <p:spPr>
          <a:xfrm>
            <a:off x="11667744" y="6510528"/>
            <a:ext cx="304800" cy="121920"/>
          </a:xfrm>
          <a:prstGeom prst="rect">
            <a:avLst/>
          </a:prstGeom>
        </p:spPr>
        <p:txBody>
          <a:bodyPr vert="horz" lIns="0" tIns="0" rIns="0" bIns="0" rtlCol="0" anchor="ctr"/>
          <a:lstStyle>
            <a:lvl1pPr algn="r">
              <a:defRPr sz="667">
                <a:solidFill>
                  <a:schemeClr val="tx1"/>
                </a:solidFill>
                <a:latin typeface="+mn-lt"/>
              </a:defRPr>
            </a:lvl1pPr>
          </a:lstStyle>
          <a:p>
            <a:fld id="{48135D20-C3A1-FF4C-B4DB-BE449A9B144D}" type="slidenum">
              <a:t>‹#›</a:t>
            </a:fld>
            <a:endParaRPr lang="en-US"/>
          </a:p>
        </p:txBody>
      </p:sp>
      <p:pic>
        <p:nvPicPr>
          <p:cNvPr id="4" name="Graphic 3" descr="Lilly Logo">
            <a:extLst>
              <a:ext uri="{FF2B5EF4-FFF2-40B4-BE49-F238E27FC236}">
                <a16:creationId xmlns:a16="http://schemas.microsoft.com/office/drawing/2014/main" id="{1AD531B8-8F8C-2DFF-48D6-A7D2B11A001C}"/>
              </a:ext>
            </a:extLst>
          </p:cNvPr>
          <p:cNvPicPr>
            <a:picLocks noChangeAspect="1"/>
          </p:cNvPicPr>
          <p:nvPr userDrawn="1"/>
        </p:nvPicPr>
        <p:blipFill>
          <a:blip r:embed="rId93">
            <a:extLst>
              <a:ext uri="{96DAC541-7B7A-43D3-8B79-37D633B846F1}">
                <asvg:svgBlip xmlns:asvg="http://schemas.microsoft.com/office/drawing/2016/SVG/main" r:embed="rId94"/>
              </a:ext>
            </a:extLst>
          </a:blip>
          <a:srcRect/>
          <a:stretch/>
        </p:blipFill>
        <p:spPr>
          <a:xfrm>
            <a:off x="207264" y="6425184"/>
            <a:ext cx="451103" cy="246355"/>
          </a:xfrm>
          <a:prstGeom prst="rect">
            <a:avLst/>
          </a:prstGeom>
        </p:spPr>
      </p:pic>
    </p:spTree>
    <p:extLst>
      <p:ext uri="{BB962C8B-B14F-4D97-AF65-F5344CB8AC3E}">
        <p14:creationId xmlns:p14="http://schemas.microsoft.com/office/powerpoint/2010/main" val="2096264003"/>
      </p:ext>
    </p:extLst>
  </p:cSld>
  <p:clrMap bg1="lt1" tx1="dk1" bg2="lt2" tx2="dk2" accent1="accent1" accent2="accent2" accent3="accent3" accent4="accent4" accent5="accent5" accent6="accent6" hlink="hlink" folHlink="folHlink"/>
  <p:sldLayoutIdLst>
    <p:sldLayoutId id="2147483813" r:id="rId1"/>
    <p:sldLayoutId id="2147483976"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77" r:id="rId11"/>
    <p:sldLayoutId id="2147483978" r:id="rId12"/>
    <p:sldLayoutId id="2147483979" r:id="rId13"/>
    <p:sldLayoutId id="2147483980" r:id="rId14"/>
    <p:sldLayoutId id="2147483956" r:id="rId15"/>
    <p:sldLayoutId id="2147483981" r:id="rId16"/>
    <p:sldLayoutId id="2147483982" r:id="rId17"/>
    <p:sldLayoutId id="2147483957" r:id="rId18"/>
    <p:sldLayoutId id="2147483958" r:id="rId19"/>
    <p:sldLayoutId id="2147483959" r:id="rId20"/>
    <p:sldLayoutId id="2147483960" r:id="rId21"/>
    <p:sldLayoutId id="2147483961" r:id="rId22"/>
    <p:sldLayoutId id="2147483962" r:id="rId23"/>
    <p:sldLayoutId id="2147483963" r:id="rId24"/>
    <p:sldLayoutId id="2147483964" r:id="rId25"/>
    <p:sldLayoutId id="2147483811" r:id="rId26"/>
    <p:sldLayoutId id="2147483812" r:id="rId27"/>
    <p:sldLayoutId id="2147483814" r:id="rId28"/>
    <p:sldLayoutId id="2147483815" r:id="rId29"/>
    <p:sldLayoutId id="2147483816" r:id="rId30"/>
    <p:sldLayoutId id="2147483817" r:id="rId31"/>
    <p:sldLayoutId id="2147483818" r:id="rId32"/>
    <p:sldLayoutId id="2147483819" r:id="rId33"/>
    <p:sldLayoutId id="2147483820" r:id="rId34"/>
    <p:sldLayoutId id="2147483821" r:id="rId35"/>
    <p:sldLayoutId id="2147483822" r:id="rId36"/>
    <p:sldLayoutId id="2147483823" r:id="rId37"/>
    <p:sldLayoutId id="2147483824" r:id="rId38"/>
    <p:sldLayoutId id="2147483825" r:id="rId39"/>
    <p:sldLayoutId id="2147483826" r:id="rId40"/>
    <p:sldLayoutId id="2147483828" r:id="rId41"/>
    <p:sldLayoutId id="2147483829" r:id="rId42"/>
    <p:sldLayoutId id="2147483830" r:id="rId43"/>
    <p:sldLayoutId id="2147483831" r:id="rId44"/>
    <p:sldLayoutId id="2147483832" r:id="rId45"/>
    <p:sldLayoutId id="2147483833" r:id="rId46"/>
    <p:sldLayoutId id="2147483834" r:id="rId47"/>
    <p:sldLayoutId id="2147483835" r:id="rId48"/>
    <p:sldLayoutId id="2147483836" r:id="rId49"/>
    <p:sldLayoutId id="2147483837" r:id="rId50"/>
    <p:sldLayoutId id="2147483838" r:id="rId51"/>
    <p:sldLayoutId id="2147483839" r:id="rId52"/>
    <p:sldLayoutId id="2147483840" r:id="rId53"/>
    <p:sldLayoutId id="2147483841" r:id="rId54"/>
    <p:sldLayoutId id="2147483842" r:id="rId55"/>
    <p:sldLayoutId id="2147483843" r:id="rId56"/>
    <p:sldLayoutId id="2147483844" r:id="rId57"/>
    <p:sldLayoutId id="2147483845" r:id="rId58"/>
    <p:sldLayoutId id="2147483846" r:id="rId59"/>
    <p:sldLayoutId id="2147483983" r:id="rId60"/>
    <p:sldLayoutId id="2147483847" r:id="rId61"/>
    <p:sldLayoutId id="2147483984" r:id="rId62"/>
    <p:sldLayoutId id="2147483848" r:id="rId63"/>
    <p:sldLayoutId id="2147483985" r:id="rId64"/>
    <p:sldLayoutId id="2147483849" r:id="rId65"/>
    <p:sldLayoutId id="2147483986" r:id="rId66"/>
    <p:sldLayoutId id="2147483850" r:id="rId67"/>
    <p:sldLayoutId id="2147483987" r:id="rId68"/>
    <p:sldLayoutId id="2147483851" r:id="rId69"/>
    <p:sldLayoutId id="2147483988" r:id="rId70"/>
    <p:sldLayoutId id="2147483852" r:id="rId71"/>
    <p:sldLayoutId id="2147483989" r:id="rId72"/>
    <p:sldLayoutId id="2147483853" r:id="rId73"/>
    <p:sldLayoutId id="2147483990" r:id="rId74"/>
    <p:sldLayoutId id="2147483854" r:id="rId75"/>
    <p:sldLayoutId id="2147483991" r:id="rId76"/>
    <p:sldLayoutId id="2147483855" r:id="rId77"/>
    <p:sldLayoutId id="2147483992" r:id="rId78"/>
    <p:sldLayoutId id="2147483856" r:id="rId79"/>
    <p:sldLayoutId id="2147483993" r:id="rId80"/>
    <p:sldLayoutId id="2147483857" r:id="rId81"/>
    <p:sldLayoutId id="2147483994" r:id="rId82"/>
    <p:sldLayoutId id="2147483858" r:id="rId83"/>
    <p:sldLayoutId id="2147483995" r:id="rId84"/>
    <p:sldLayoutId id="2147483859" r:id="rId85"/>
    <p:sldLayoutId id="2147483996" r:id="rId86"/>
    <p:sldLayoutId id="2147483860" r:id="rId87"/>
    <p:sldLayoutId id="2147483997" r:id="rId88"/>
    <p:sldLayoutId id="2147483805" r:id="rId89"/>
    <p:sldLayoutId id="2147483806" r:id="rId90"/>
    <p:sldLayoutId id="2147483807" r:id="rId91"/>
  </p:sldLayoutIdLst>
  <p:hf hdr="0" dt="0"/>
  <p:txStyles>
    <p:titleStyle>
      <a:lvl1pPr algn="l" defTabSz="914377" rtl="0" eaLnBrk="1" latinLnBrk="0" hangingPunct="1">
        <a:lnSpc>
          <a:spcPct val="80000"/>
        </a:lnSpc>
        <a:spcBef>
          <a:spcPct val="0"/>
        </a:spcBef>
        <a:buNone/>
        <a:defRPr sz="4000" b="1" kern="400" spc="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377" rtl="0" eaLnBrk="1" latinLnBrk="0" hangingPunct="1">
        <a:lnSpc>
          <a:spcPts val="2400"/>
        </a:lnSpc>
        <a:spcBef>
          <a:spcPts val="1000"/>
        </a:spcBef>
        <a:buClrTx/>
        <a:buSzPct val="100000"/>
        <a:buFont typeface="Arial" panose="020B0604020202020204" pitchFamily="34" charset="0"/>
        <a:buNone/>
        <a:defRPr sz="2400" kern="8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8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8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8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8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E46962"/>
          </p15:clr>
        </p15:guide>
        <p15:guide id="2" pos="7344" userDrawn="1">
          <p15:clr>
            <a:srgbClr val="E46962"/>
          </p15:clr>
        </p15:guide>
        <p15:guide id="3" pos="3840" userDrawn="1">
          <p15:clr>
            <a:srgbClr val="E46962"/>
          </p15:clr>
        </p15:guide>
        <p15:guide id="4" orient="horz" pos="360" userDrawn="1">
          <p15:clr>
            <a:srgbClr val="E46962"/>
          </p15:clr>
        </p15:guide>
        <p15:guide id="5" orient="horz" pos="3960" userDrawn="1">
          <p15:clr>
            <a:srgbClr val="E46962"/>
          </p15:clr>
        </p15:guide>
        <p15:guide id="6" orient="horz" pos="2160" userDrawn="1">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Neutral rose" descr="Rectangle base to backdrop logo and monogram assets">
            <a:extLst>
              <a:ext uri="{FF2B5EF4-FFF2-40B4-BE49-F238E27FC236}">
                <a16:creationId xmlns:a16="http://schemas.microsoft.com/office/drawing/2014/main" id="{1D4FA176-C183-04D2-416D-CCB42ABC157E}"/>
              </a:ext>
            </a:extLst>
          </p:cNvPr>
          <p:cNvSpPr/>
          <p:nvPr userDrawn="1"/>
        </p:nvSpPr>
        <p:spPr>
          <a:xfrm>
            <a:off x="5499099" y="0"/>
            <a:ext cx="1193801" cy="1066800"/>
          </a:xfrm>
          <a:prstGeom prst="rect">
            <a:avLst/>
          </a:prstGeom>
          <a:solidFill>
            <a:srgbClr val="FDE8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latin typeface="Arial" panose="020B0604020202020204" pitchFamily="34" charset="0"/>
            </a:endParaRPr>
          </a:p>
        </p:txBody>
      </p:sp>
      <p:pic>
        <p:nvPicPr>
          <p:cNvPr id="9" name="Graphic 8" descr="Lilly Monogram">
            <a:extLst>
              <a:ext uri="{FF2B5EF4-FFF2-40B4-BE49-F238E27FC236}">
                <a16:creationId xmlns:a16="http://schemas.microsoft.com/office/drawing/2014/main" id="{CCF16586-856A-7C1F-E75C-E8CB8D7D90D1}"/>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5785104" y="278565"/>
            <a:ext cx="621791" cy="474714"/>
          </a:xfrm>
          <a:prstGeom prst="rect">
            <a:avLst/>
          </a:prstGeom>
        </p:spPr>
      </p:pic>
    </p:spTree>
    <p:extLst>
      <p:ext uri="{BB962C8B-B14F-4D97-AF65-F5344CB8AC3E}">
        <p14:creationId xmlns:p14="http://schemas.microsoft.com/office/powerpoint/2010/main" val="3386397417"/>
      </p:ext>
    </p:extLst>
  </p:cSld>
  <p:clrMap bg1="lt1" tx1="dk1" bg2="lt2" tx2="dk2" accent1="accent1" accent2="accent2" accent3="accent3" accent4="accent4" accent5="accent5" accent6="accent6" hlink="hlink" folHlink="folHlink"/>
  <p:sldLayoutIdLst>
    <p:sldLayoutId id="214748400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microsoft.com/office/2018/10/relationships/comments" Target="../comments/modernComment_255_85D3A345.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256_311024EA.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microsoft.com/office/2018/10/relationships/comments" Target="../comments/modernComment_263_3F55CB5C.xml"/><Relationship Id="rId1" Type="http://schemas.openxmlformats.org/officeDocument/2006/relationships/slideLayout" Target="../slideLayouts/slideLayout9.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9.xml"/><Relationship Id="rId5" Type="http://schemas.openxmlformats.org/officeDocument/2006/relationships/image" Target="../media/image79.png"/><Relationship Id="rId4" Type="http://schemas.openxmlformats.org/officeDocument/2006/relationships/image" Target="../media/image7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CAB75427-B3C7-8321-65D1-014A0B644165}"/>
              </a:ext>
            </a:extLst>
          </p:cNvPr>
          <p:cNvSpPr>
            <a:spLocks noGrp="1"/>
          </p:cNvSpPr>
          <p:nvPr>
            <p:ph type="title"/>
          </p:nvPr>
        </p:nvSpPr>
        <p:spPr/>
        <p:txBody>
          <a:bodyPr/>
          <a:lstStyle/>
          <a:p>
            <a:r>
              <a:rPr lang="en-US" sz="3200" cap="none" dirty="0">
                <a:latin typeface="+mn-lt"/>
                <a:ea typeface="Calibri"/>
                <a:cs typeface="Calibri"/>
              </a:rPr>
              <a:t>Application of multinomial models on OSA study</a:t>
            </a:r>
          </a:p>
        </p:txBody>
      </p:sp>
      <p:sp>
        <p:nvSpPr>
          <p:cNvPr id="27" name="Text Placeholder 26">
            <a:extLst>
              <a:ext uri="{FF2B5EF4-FFF2-40B4-BE49-F238E27FC236}">
                <a16:creationId xmlns:a16="http://schemas.microsoft.com/office/drawing/2014/main" id="{C7BEE928-6CA0-3F60-74B8-FF9DB377C0F6}"/>
              </a:ext>
            </a:extLst>
          </p:cNvPr>
          <p:cNvSpPr>
            <a:spLocks noGrp="1"/>
          </p:cNvSpPr>
          <p:nvPr>
            <p:ph type="body" sz="quarter" idx="11"/>
          </p:nvPr>
        </p:nvSpPr>
        <p:spPr>
          <a:xfrm>
            <a:off x="593582" y="4127078"/>
            <a:ext cx="6033249" cy="820738"/>
          </a:xfrm>
        </p:spPr>
        <p:txBody>
          <a:bodyPr wrap="square">
            <a:spAutoFit/>
          </a:bodyPr>
          <a:lstStyle/>
          <a:p>
            <a:r>
              <a:rPr lang="en-US" sz="2400" dirty="0"/>
              <a:t>Emmanuel </a:t>
            </a:r>
            <a:r>
              <a:rPr lang="en-US" sz="2400" dirty="0" err="1"/>
              <a:t>bourmaud</a:t>
            </a:r>
            <a:r>
              <a:rPr lang="en-US" sz="2400" dirty="0"/>
              <a:t> &amp; </a:t>
            </a:r>
            <a:r>
              <a:rPr lang="en-US" sz="2400" dirty="0" err="1"/>
              <a:t>xiaoliu</a:t>
            </a:r>
            <a:r>
              <a:rPr lang="en-US" sz="2400" dirty="0"/>
              <a:t> xu</a:t>
            </a:r>
          </a:p>
          <a:p>
            <a:r>
              <a:rPr lang="en-US" sz="2400" dirty="0"/>
              <a:t>Stats conference, XX.XX.26</a:t>
            </a:r>
          </a:p>
        </p:txBody>
      </p:sp>
    </p:spTree>
    <p:extLst>
      <p:ext uri="{BB962C8B-B14F-4D97-AF65-F5344CB8AC3E}">
        <p14:creationId xmlns:p14="http://schemas.microsoft.com/office/powerpoint/2010/main" val="792848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7C9A9-C725-68F9-387F-4563111E4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C7A2C0-A1E6-8E3E-CD65-25A3B88D4C9B}"/>
              </a:ext>
            </a:extLst>
          </p:cNvPr>
          <p:cNvSpPr>
            <a:spLocks noGrp="1"/>
          </p:cNvSpPr>
          <p:nvPr>
            <p:ph type="title"/>
          </p:nvPr>
        </p:nvSpPr>
        <p:spPr/>
        <p:txBody>
          <a:bodyPr>
            <a:normAutofit/>
          </a:bodyPr>
          <a:lstStyle/>
          <a:p>
            <a:r>
              <a:rPr lang="en-US">
                <a:solidFill>
                  <a:schemeClr val="accent1"/>
                </a:solidFill>
              </a:rPr>
              <a:t>Agenda</a:t>
            </a:r>
          </a:p>
        </p:txBody>
      </p:sp>
      <p:pic>
        <p:nvPicPr>
          <p:cNvPr id="9" name="Picture Placeholder 27" descr="Image placeholder">
            <a:extLst>
              <a:ext uri="{FF2B5EF4-FFF2-40B4-BE49-F238E27FC236}">
                <a16:creationId xmlns:a16="http://schemas.microsoft.com/office/drawing/2014/main" id="{26C87D26-C122-E64E-552A-5FC2055C74E5}"/>
              </a:ext>
            </a:extLst>
          </p:cNvPr>
          <p:cNvPicPr>
            <a:picLocks noGrp="1" noChangeAspect="1"/>
          </p:cNvPicPr>
          <p:nvPr>
            <p:ph type="pic" sz="quarter" idx="12"/>
          </p:nvPr>
        </p:nvPicPr>
        <p:blipFill rotWithShape="1">
          <a:blip r:embed="rId3"/>
          <a:srcRect l="2236" r="2236"/>
          <a:stretch/>
        </p:blipFill>
        <p:spPr>
          <a:xfrm>
            <a:off x="609600" y="2429933"/>
            <a:ext cx="4632801" cy="2728205"/>
          </a:xfrm>
          <a:prstGeom prst="rect">
            <a:avLst/>
          </a:prstGeom>
        </p:spPr>
      </p:pic>
      <p:sp>
        <p:nvSpPr>
          <p:cNvPr id="6" name="Text Placeholder 5">
            <a:extLst>
              <a:ext uri="{FF2B5EF4-FFF2-40B4-BE49-F238E27FC236}">
                <a16:creationId xmlns:a16="http://schemas.microsoft.com/office/drawing/2014/main" id="{6B42812E-8537-7A1A-8DDD-B0C527413223}"/>
              </a:ext>
            </a:extLst>
          </p:cNvPr>
          <p:cNvSpPr>
            <a:spLocks noGrp="1"/>
          </p:cNvSpPr>
          <p:nvPr>
            <p:ph type="body" sz="quarter" idx="13"/>
          </p:nvPr>
        </p:nvSpPr>
        <p:spPr>
          <a:xfrm>
            <a:off x="5242401" y="924183"/>
            <a:ext cx="6949599" cy="5059329"/>
          </a:xfrm>
        </p:spPr>
        <p:txBody>
          <a:bodyPr vert="horz" lIns="0" tIns="0" rIns="0" bIns="0" rtlCol="0" anchor="t">
            <a:normAutofit/>
          </a:bodyPr>
          <a:lstStyle/>
          <a:p>
            <a:endParaRPr lang="en-US" sz="2100" dirty="0">
              <a:cs typeface="Arial"/>
            </a:endParaRPr>
          </a:p>
          <a:p>
            <a:pPr marL="457200" indent="-457200">
              <a:buFont typeface="+mj-lt"/>
              <a:buAutoNum type="arabicPeriod"/>
            </a:pPr>
            <a:r>
              <a:rPr lang="en-US" sz="2100" dirty="0">
                <a:latin typeface="Arial"/>
                <a:cs typeface="Arial"/>
              </a:rPr>
              <a:t>OSA study overview</a:t>
            </a:r>
            <a:endParaRPr lang="en-US" sz="2100" dirty="0">
              <a:cs typeface="Arial"/>
            </a:endParaRPr>
          </a:p>
          <a:p>
            <a:pPr marL="457200" indent="-457200">
              <a:buFont typeface="+mj-lt"/>
              <a:buAutoNum type="arabicPeriod"/>
            </a:pPr>
            <a:r>
              <a:rPr lang="en-US" sz="2100" dirty="0">
                <a:latin typeface="Arial"/>
                <a:cs typeface="Arial"/>
              </a:rPr>
              <a:t>Problematics</a:t>
            </a:r>
          </a:p>
          <a:p>
            <a:pPr marL="457200" indent="-457200">
              <a:buFont typeface="+mj-lt"/>
              <a:buAutoNum type="arabicPeriod"/>
            </a:pPr>
            <a:r>
              <a:rPr lang="en-US" sz="2100" dirty="0">
                <a:latin typeface="Arial"/>
                <a:cs typeface="Arial"/>
              </a:rPr>
              <a:t>Case #1:A multinomial model</a:t>
            </a:r>
          </a:p>
          <a:p>
            <a:pPr marL="457200" indent="-457200">
              <a:buFont typeface="+mj-lt"/>
              <a:buAutoNum type="arabicPeriod"/>
            </a:pPr>
            <a:r>
              <a:rPr lang="en-US" sz="2100" dirty="0">
                <a:latin typeface="Arial"/>
                <a:cs typeface="Arial"/>
              </a:rPr>
              <a:t>Case #2: A multinomial model with repeated measures</a:t>
            </a:r>
          </a:p>
          <a:p>
            <a:pPr marL="457200" indent="-457200">
              <a:buFont typeface="+mj-lt"/>
              <a:buAutoNum type="arabicPeriod"/>
            </a:pPr>
            <a:r>
              <a:rPr lang="en-US" sz="2100" dirty="0">
                <a:latin typeface="Arial"/>
                <a:cs typeface="Arial"/>
              </a:rPr>
              <a:t>Conclusions</a:t>
            </a:r>
            <a:endParaRPr lang="en-US" sz="2100" dirty="0">
              <a:cs typeface="Arial" panose="020B0604020202020204" pitchFamily="34" charset="0"/>
            </a:endParaRPr>
          </a:p>
          <a:p>
            <a:endParaRPr lang="en-US" sz="2100" dirty="0">
              <a:cs typeface="Arial" panose="020B0604020202020204" pitchFamily="34" charset="0"/>
            </a:endParaRPr>
          </a:p>
        </p:txBody>
      </p:sp>
      <p:grpSp>
        <p:nvGrpSpPr>
          <p:cNvPr id="27" name="Group 26" descr="Text list">
            <a:extLst>
              <a:ext uri="{FF2B5EF4-FFF2-40B4-BE49-F238E27FC236}">
                <a16:creationId xmlns:a16="http://schemas.microsoft.com/office/drawing/2014/main" id="{D3D0E3A9-92C7-C2A7-52A8-DE9B9FEE6270}"/>
              </a:ext>
            </a:extLst>
          </p:cNvPr>
          <p:cNvGrpSpPr/>
          <p:nvPr/>
        </p:nvGrpSpPr>
        <p:grpSpPr>
          <a:xfrm>
            <a:off x="5362556" y="2147115"/>
            <a:ext cx="6439305" cy="3266833"/>
            <a:chOff x="5075352" y="1395922"/>
            <a:chExt cx="3611448" cy="2450125"/>
          </a:xfrm>
        </p:grpSpPr>
        <p:cxnSp>
          <p:nvCxnSpPr>
            <p:cNvPr id="16" name="Divider line 06">
              <a:extLst>
                <a:ext uri="{FF2B5EF4-FFF2-40B4-BE49-F238E27FC236}">
                  <a16:creationId xmlns:a16="http://schemas.microsoft.com/office/drawing/2014/main" id="{45377B51-AA00-01F9-2207-C674C433838A}"/>
                </a:ext>
              </a:extLst>
            </p:cNvPr>
            <p:cNvCxnSpPr>
              <a:cxnSpLocks/>
            </p:cNvCxnSpPr>
            <p:nvPr/>
          </p:nvCxnSpPr>
          <p:spPr>
            <a:xfrm>
              <a:off x="5207879" y="38460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Divider line 05">
              <a:extLst>
                <a:ext uri="{FF2B5EF4-FFF2-40B4-BE49-F238E27FC236}">
                  <a16:creationId xmlns:a16="http://schemas.microsoft.com/office/drawing/2014/main" id="{EC27BDF0-2D02-88A5-A4B8-B78C49DAF99A}"/>
                </a:ext>
              </a:extLst>
            </p:cNvPr>
            <p:cNvCxnSpPr>
              <a:cxnSpLocks/>
            </p:cNvCxnSpPr>
            <p:nvPr/>
          </p:nvCxnSpPr>
          <p:spPr>
            <a:xfrm>
              <a:off x="5207879" y="335602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Divider line 04">
              <a:extLst>
                <a:ext uri="{FF2B5EF4-FFF2-40B4-BE49-F238E27FC236}">
                  <a16:creationId xmlns:a16="http://schemas.microsoft.com/office/drawing/2014/main" id="{739B77B9-63EB-9775-4592-4AE7548FF971}"/>
                </a:ext>
              </a:extLst>
            </p:cNvPr>
            <p:cNvCxnSpPr>
              <a:cxnSpLocks/>
            </p:cNvCxnSpPr>
            <p:nvPr/>
          </p:nvCxnSpPr>
          <p:spPr>
            <a:xfrm>
              <a:off x="5207879" y="286599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Divider line 03">
              <a:extLst>
                <a:ext uri="{FF2B5EF4-FFF2-40B4-BE49-F238E27FC236}">
                  <a16:creationId xmlns:a16="http://schemas.microsoft.com/office/drawing/2014/main" id="{53AEDEC0-1997-93E4-93CA-8E4C3B7691E0}"/>
                </a:ext>
              </a:extLst>
            </p:cNvPr>
            <p:cNvCxnSpPr>
              <a:cxnSpLocks/>
            </p:cNvCxnSpPr>
            <p:nvPr/>
          </p:nvCxnSpPr>
          <p:spPr>
            <a:xfrm>
              <a:off x="5075352" y="2375972"/>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Divider line 02">
              <a:extLst>
                <a:ext uri="{FF2B5EF4-FFF2-40B4-BE49-F238E27FC236}">
                  <a16:creationId xmlns:a16="http://schemas.microsoft.com/office/drawing/2014/main" id="{7FDF70ED-7AFB-2F7A-60ED-E663EA379360}"/>
                </a:ext>
              </a:extLst>
            </p:cNvPr>
            <p:cNvCxnSpPr>
              <a:cxnSpLocks/>
            </p:cNvCxnSpPr>
            <p:nvPr/>
          </p:nvCxnSpPr>
          <p:spPr>
            <a:xfrm>
              <a:off x="5207879" y="1885947"/>
              <a:ext cx="34789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Divider line 01">
              <a:extLst>
                <a:ext uri="{FF2B5EF4-FFF2-40B4-BE49-F238E27FC236}">
                  <a16:creationId xmlns:a16="http://schemas.microsoft.com/office/drawing/2014/main" id="{E17FA726-6F91-A0D1-3276-0DC384FB1D85}"/>
                </a:ext>
              </a:extLst>
            </p:cNvPr>
            <p:cNvCxnSpPr>
              <a:cxnSpLocks/>
            </p:cNvCxnSpPr>
            <p:nvPr/>
          </p:nvCxnSpPr>
          <p:spPr>
            <a:xfrm>
              <a:off x="5207879" y="1395922"/>
              <a:ext cx="3478921"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4" name="Footer Placeholder 3">
            <a:extLst>
              <a:ext uri="{FF2B5EF4-FFF2-40B4-BE49-F238E27FC236}">
                <a16:creationId xmlns:a16="http://schemas.microsoft.com/office/drawing/2014/main" id="{EF0FA3B9-226B-2949-3FE6-72042E9C3832}"/>
              </a:ext>
            </a:extLst>
          </p:cNvPr>
          <p:cNvSpPr>
            <a:spLocks noGrp="1"/>
          </p:cNvSpPr>
          <p:nvPr>
            <p:ph type="ftr" sz="quarter" idx="11"/>
          </p:nvPr>
        </p:nvSpPr>
        <p:spPr>
          <a:xfrm>
            <a:off x="9412224" y="6821813"/>
            <a:ext cx="2438400" cy="121920"/>
          </a:xfrm>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6E72CF41-0ED6-AB14-4094-7A51C54E929F}"/>
              </a:ext>
            </a:extLst>
          </p:cNvPr>
          <p:cNvSpPr>
            <a:spLocks noGrp="1"/>
          </p:cNvSpPr>
          <p:nvPr>
            <p:ph type="sldNum" idx="10"/>
          </p:nvPr>
        </p:nvSpPr>
        <p:spPr>
          <a:xfrm>
            <a:off x="11887200" y="6821813"/>
            <a:ext cx="304800" cy="121920"/>
          </a:xfrm>
        </p:spPr>
        <p:txBody>
          <a:bodyPr/>
          <a:lstStyle/>
          <a:p>
            <a:fld id="{00000000-1234-1234-1234-123412341234}" type="slidenum">
              <a:rPr lang="en" smtClean="0"/>
              <a:pPr/>
              <a:t>2</a:t>
            </a:fld>
            <a:endParaRPr lang="en"/>
          </a:p>
        </p:txBody>
      </p:sp>
    </p:spTree>
    <p:extLst>
      <p:ext uri="{BB962C8B-B14F-4D97-AF65-F5344CB8AC3E}">
        <p14:creationId xmlns:p14="http://schemas.microsoft.com/office/powerpoint/2010/main" val="3466366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C81057-AEBF-B6F5-20B6-AA347E4814B9}"/>
              </a:ext>
            </a:extLst>
          </p:cNvPr>
          <p:cNvSpPr>
            <a:spLocks noGrp="1"/>
          </p:cNvSpPr>
          <p:nvPr>
            <p:ph type="title"/>
          </p:nvPr>
        </p:nvSpPr>
        <p:spPr/>
        <p:txBody>
          <a:bodyPr/>
          <a:lstStyle/>
          <a:p>
            <a:r>
              <a:rPr lang="fr-FR" sz="4000" dirty="0"/>
              <a:t>OSA </a:t>
            </a:r>
            <a:r>
              <a:rPr lang="fr-FR" sz="4000" dirty="0" err="1"/>
              <a:t>study</a:t>
            </a:r>
            <a:r>
              <a:rPr lang="fr-FR" sz="4000" dirty="0"/>
              <a:t> </a:t>
            </a:r>
            <a:r>
              <a:rPr lang="fr-FR" sz="4000" dirty="0" err="1"/>
              <a:t>overview</a:t>
            </a:r>
            <a:endParaRPr lang="en-US" sz="4000" dirty="0"/>
          </a:p>
        </p:txBody>
      </p:sp>
      <p:sp>
        <p:nvSpPr>
          <p:cNvPr id="4" name="Footer Placeholder 3">
            <a:extLst>
              <a:ext uri="{FF2B5EF4-FFF2-40B4-BE49-F238E27FC236}">
                <a16:creationId xmlns:a16="http://schemas.microsoft.com/office/drawing/2014/main" id="{9ABC9F7A-17F9-A9E7-004A-6B9FE8AA3CC8}"/>
              </a:ext>
            </a:extLst>
          </p:cNvPr>
          <p:cNvSpPr>
            <a:spLocks noGrp="1"/>
          </p:cNvSpPr>
          <p:nvPr>
            <p:ph type="ftr" sz="quarter" idx="12"/>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3DD9662C-194D-4DCA-2CE0-BB90285A0753}"/>
              </a:ext>
            </a:extLst>
          </p:cNvPr>
          <p:cNvSpPr>
            <a:spLocks noGrp="1"/>
          </p:cNvSpPr>
          <p:nvPr>
            <p:ph type="sldNum" idx="13"/>
          </p:nvPr>
        </p:nvSpPr>
        <p:spPr/>
        <p:txBody>
          <a:bodyPr/>
          <a:lstStyle/>
          <a:p>
            <a:fld id="{00000000-1234-1234-1234-123412341234}" type="slidenum">
              <a:rPr lang="en" smtClean="0"/>
              <a:pPr/>
              <a:t>3</a:t>
            </a:fld>
            <a:endParaRPr lang="en"/>
          </a:p>
        </p:txBody>
      </p:sp>
    </p:spTree>
    <p:extLst>
      <p:ext uri="{BB962C8B-B14F-4D97-AF65-F5344CB8AC3E}">
        <p14:creationId xmlns:p14="http://schemas.microsoft.com/office/powerpoint/2010/main" val="682786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2FF92-98BB-80EA-F9EC-3BC1D86D8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CBD02-FFB6-912B-1D14-8DA7F82103DA}"/>
              </a:ext>
            </a:extLst>
          </p:cNvPr>
          <p:cNvSpPr>
            <a:spLocks noGrp="1"/>
          </p:cNvSpPr>
          <p:nvPr>
            <p:ph type="title"/>
          </p:nvPr>
        </p:nvSpPr>
        <p:spPr/>
        <p:txBody>
          <a:bodyPr/>
          <a:lstStyle/>
          <a:p>
            <a:r>
              <a:rPr lang="de-DE" dirty="0"/>
              <a:t>OSA studies</a:t>
            </a:r>
            <a:endParaRPr lang="en-US" dirty="0"/>
          </a:p>
        </p:txBody>
      </p:sp>
      <p:sp>
        <p:nvSpPr>
          <p:cNvPr id="3" name="Footer Placeholder 2">
            <a:extLst>
              <a:ext uri="{FF2B5EF4-FFF2-40B4-BE49-F238E27FC236}">
                <a16:creationId xmlns:a16="http://schemas.microsoft.com/office/drawing/2014/main" id="{8D7556EB-D3FC-A3D6-13FF-1961253A0A9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901AB9E-9A23-C8ED-6E5E-F992A6E9FBDE}"/>
              </a:ext>
            </a:extLst>
          </p:cNvPr>
          <p:cNvSpPr>
            <a:spLocks noGrp="1"/>
          </p:cNvSpPr>
          <p:nvPr>
            <p:ph type="sldNum" sz="quarter" idx="11"/>
          </p:nvPr>
        </p:nvSpPr>
        <p:spPr/>
        <p:txBody>
          <a:bodyPr/>
          <a:lstStyle/>
          <a:p>
            <a:fld id="{48135D20-C3A1-FF4C-B4DB-BE449A9B144D}" type="slidenum">
              <a:rPr lang="en-US" smtClean="0"/>
              <a:t>4</a:t>
            </a:fld>
            <a:endParaRPr lang="en-US"/>
          </a:p>
        </p:txBody>
      </p:sp>
      <p:pic>
        <p:nvPicPr>
          <p:cNvPr id="11" name="Picture 10">
            <a:extLst>
              <a:ext uri="{FF2B5EF4-FFF2-40B4-BE49-F238E27FC236}">
                <a16:creationId xmlns:a16="http://schemas.microsoft.com/office/drawing/2014/main" id="{55B5697F-0FCF-E957-D6FA-91AED11C490A}"/>
              </a:ext>
            </a:extLst>
          </p:cNvPr>
          <p:cNvPicPr>
            <a:picLocks noChangeAspect="1"/>
          </p:cNvPicPr>
          <p:nvPr/>
        </p:nvPicPr>
        <p:blipFill>
          <a:blip r:embed="rId2"/>
          <a:stretch>
            <a:fillRect/>
          </a:stretch>
        </p:blipFill>
        <p:spPr>
          <a:xfrm>
            <a:off x="133564" y="2681555"/>
            <a:ext cx="11502744" cy="3195263"/>
          </a:xfrm>
          <a:prstGeom prst="rect">
            <a:avLst/>
          </a:prstGeom>
        </p:spPr>
      </p:pic>
      <p:sp>
        <p:nvSpPr>
          <p:cNvPr id="13" name="TextBox 12">
            <a:extLst>
              <a:ext uri="{FF2B5EF4-FFF2-40B4-BE49-F238E27FC236}">
                <a16:creationId xmlns:a16="http://schemas.microsoft.com/office/drawing/2014/main" id="{4DC031B7-87F7-9172-01DB-9241715219AC}"/>
              </a:ext>
            </a:extLst>
          </p:cNvPr>
          <p:cNvSpPr txBox="1"/>
          <p:nvPr/>
        </p:nvSpPr>
        <p:spPr>
          <a:xfrm>
            <a:off x="264559" y="5843427"/>
            <a:ext cx="10913724" cy="307777"/>
          </a:xfrm>
          <a:prstGeom prst="rect">
            <a:avLst/>
          </a:prstGeom>
          <a:noFill/>
        </p:spPr>
        <p:txBody>
          <a:bodyPr wrap="square">
            <a:spAutoFit/>
          </a:bodyPr>
          <a:lstStyle/>
          <a:p>
            <a:r>
              <a:rPr lang="en-US" sz="1400" b="0" i="0" u="none" strike="noStrike" baseline="0" dirty="0">
                <a:latin typeface="TimesNewRomanPSMT"/>
              </a:rPr>
              <a:t>Abbreviations: ISA = intervention-specific appendix; MTD = maximum-tolerated dose; PAP = positive airway pressure.</a:t>
            </a:r>
            <a:endParaRPr lang="en-US" dirty="0"/>
          </a:p>
        </p:txBody>
      </p:sp>
      <p:sp>
        <p:nvSpPr>
          <p:cNvPr id="14" name="Content Placeholder 6">
            <a:extLst>
              <a:ext uri="{FF2B5EF4-FFF2-40B4-BE49-F238E27FC236}">
                <a16:creationId xmlns:a16="http://schemas.microsoft.com/office/drawing/2014/main" id="{0CB4EEF4-00AD-4648-9618-58F09B2524A4}"/>
              </a:ext>
            </a:extLst>
          </p:cNvPr>
          <p:cNvSpPr txBox="1">
            <a:spLocks/>
          </p:cNvSpPr>
          <p:nvPr/>
        </p:nvSpPr>
        <p:spPr>
          <a:xfrm>
            <a:off x="133564" y="804518"/>
            <a:ext cx="11924872"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r>
              <a:rPr lang="en-US" sz="2200" b="0" i="0" u="none" strike="noStrike" kern="1200" baseline="0" dirty="0">
                <a:solidFill>
                  <a:srgbClr val="000000"/>
                </a:solidFill>
                <a:latin typeface="Times New Roman" panose="02020603050405020304" pitchFamily="18" charset="0"/>
              </a:rPr>
              <a:t>Obstructive Sleep Apnea is a sleep-related breathing disorder recognized as an independent risk factor for cardiovascular (CV) disease, cognitive impairment, and reduced quality of life (QoL).</a:t>
            </a:r>
            <a:r>
              <a:rPr lang="en-US" sz="2200" b="0" i="0" u="none" strike="noStrike" kern="1200" baseline="30000" dirty="0">
                <a:solidFill>
                  <a:srgbClr val="000000"/>
                </a:solidFill>
                <a:latin typeface="Times New Roman" panose="02020603050405020304" pitchFamily="18" charset="0"/>
              </a:rPr>
              <a:t> 1</a:t>
            </a:r>
            <a:endParaRPr lang="en-US" sz="2200" b="0" i="0" u="none" strike="noStrike" kern="1200" baseline="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en-US" sz="2200" kern="1200" dirty="0">
                <a:latin typeface="Times New Roman" panose="02020603050405020304" pitchFamily="18" charset="0"/>
              </a:rPr>
              <a:t>OSA trials: 2 ph. III, randomized studies depending on whether subject is on PAP (Positive Airway Pressure) or not</a:t>
            </a:r>
          </a:p>
          <a:p>
            <a:pPr marL="342900" indent="-342900" defTabSz="914400" fontAlgn="base">
              <a:lnSpc>
                <a:spcPct val="100000"/>
              </a:lnSpc>
              <a:spcBef>
                <a:spcPct val="20000"/>
              </a:spcBef>
              <a:spcAft>
                <a:spcPct val="0"/>
              </a:spcAft>
              <a:buClr>
                <a:srgbClr val="D52B17"/>
              </a:buClr>
              <a:buSzTx/>
              <a:buFontTx/>
              <a:buChar char="•"/>
              <a:defRPr/>
            </a:pPr>
            <a:r>
              <a:rPr lang="en-US" sz="2200" b="0" i="0" u="none" strike="noStrike" kern="1200" baseline="0" dirty="0">
                <a:solidFill>
                  <a:srgbClr val="000000"/>
                </a:solidFill>
                <a:latin typeface="Times New Roman" panose="02020603050405020304" pitchFamily="18" charset="0"/>
              </a:rPr>
              <a:t>Each study is placebo controlled, over 52 of treatment</a:t>
            </a:r>
            <a:endParaRPr lang="de-DE" sz="2200" kern="0" dirty="0">
              <a:solidFill>
                <a:srgbClr val="000000"/>
              </a:solidFill>
              <a:latin typeface="Arial"/>
            </a:endParaRPr>
          </a:p>
        </p:txBody>
      </p:sp>
    </p:spTree>
    <p:extLst>
      <p:ext uri="{BB962C8B-B14F-4D97-AF65-F5344CB8AC3E}">
        <p14:creationId xmlns:p14="http://schemas.microsoft.com/office/powerpoint/2010/main" val="1642540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7D20D-3D2D-158F-5179-0ECA8FC0E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A9F1D-576E-18B0-0DD9-C415E3122D7E}"/>
              </a:ext>
            </a:extLst>
          </p:cNvPr>
          <p:cNvSpPr>
            <a:spLocks noGrp="1"/>
          </p:cNvSpPr>
          <p:nvPr>
            <p:ph type="title"/>
          </p:nvPr>
        </p:nvSpPr>
        <p:spPr/>
        <p:txBody>
          <a:bodyPr/>
          <a:lstStyle/>
          <a:p>
            <a:r>
              <a:rPr lang="de-DE" dirty="0"/>
              <a:t>Tirzepatide</a:t>
            </a:r>
            <a:endParaRPr lang="en-US" dirty="0"/>
          </a:p>
        </p:txBody>
      </p:sp>
      <p:sp>
        <p:nvSpPr>
          <p:cNvPr id="3" name="Footer Placeholder 2">
            <a:extLst>
              <a:ext uri="{FF2B5EF4-FFF2-40B4-BE49-F238E27FC236}">
                <a16:creationId xmlns:a16="http://schemas.microsoft.com/office/drawing/2014/main" id="{E373BB3B-A290-3E7C-5F45-B7ED1D0CDF01}"/>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2F42DF8C-CC58-B50F-6978-BEB664FE5DA8}"/>
              </a:ext>
            </a:extLst>
          </p:cNvPr>
          <p:cNvSpPr>
            <a:spLocks noGrp="1"/>
          </p:cNvSpPr>
          <p:nvPr>
            <p:ph type="sldNum" sz="quarter" idx="11"/>
          </p:nvPr>
        </p:nvSpPr>
        <p:spPr/>
        <p:txBody>
          <a:bodyPr/>
          <a:lstStyle/>
          <a:p>
            <a:fld id="{48135D20-C3A1-FF4C-B4DB-BE449A9B144D}" type="slidenum">
              <a:rPr lang="en-US" smtClean="0"/>
              <a:t>5</a:t>
            </a:fld>
            <a:endParaRPr lang="en-US"/>
          </a:p>
        </p:txBody>
      </p:sp>
      <p:sp>
        <p:nvSpPr>
          <p:cNvPr id="5" name="Content Placeholder 6">
            <a:extLst>
              <a:ext uri="{FF2B5EF4-FFF2-40B4-BE49-F238E27FC236}">
                <a16:creationId xmlns:a16="http://schemas.microsoft.com/office/drawing/2014/main" id="{86507F2B-BA6E-647E-FDD8-A1583DAB6E66}"/>
              </a:ext>
            </a:extLst>
          </p:cNvPr>
          <p:cNvSpPr txBox="1">
            <a:spLocks/>
          </p:cNvSpPr>
          <p:nvPr/>
        </p:nvSpPr>
        <p:spPr>
          <a:xfrm>
            <a:off x="566927" y="1164113"/>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r>
              <a:rPr lang="en-US" sz="2000" b="0" i="0" u="none" strike="noStrike" kern="1200" baseline="0" dirty="0" err="1">
                <a:solidFill>
                  <a:srgbClr val="000000"/>
                </a:solidFill>
                <a:latin typeface="Times New Roman" panose="02020603050405020304" pitchFamily="18" charset="0"/>
              </a:rPr>
              <a:t>Tirzepatide</a:t>
            </a:r>
            <a:r>
              <a:rPr lang="en-US" sz="2000" b="0" i="0" u="none" strike="noStrike" kern="1200" baseline="0" dirty="0">
                <a:solidFill>
                  <a:srgbClr val="000000"/>
                </a:solidFill>
                <a:latin typeface="Times New Roman" panose="02020603050405020304" pitchFamily="18" charset="0"/>
              </a:rPr>
              <a:t> is a  glucose-dependent insulinotropic polypeptide (GIP) and glucagon-like peptide-1 (GLP-1) receptor agonist previously approved in the US for the treatment of type 2 diabetes (T2D, [</a:t>
            </a:r>
            <a:r>
              <a:rPr lang="en-US" sz="2000" b="0" i="0" u="none" strike="noStrike" kern="1200" baseline="0" dirty="0" err="1">
                <a:solidFill>
                  <a:srgbClr val="000000"/>
                </a:solidFill>
                <a:latin typeface="Times New Roman" panose="02020603050405020304" pitchFamily="18" charset="0"/>
              </a:rPr>
              <a:t>Mounjaro</a:t>
            </a:r>
            <a:r>
              <a:rPr lang="en-US" sz="2000" b="0" i="0" u="none" strike="noStrike" kern="1200" baseline="30000" dirty="0">
                <a:solidFill>
                  <a:srgbClr val="000000"/>
                </a:solidFill>
                <a:latin typeface="Times New Roman" panose="02020603050405020304" pitchFamily="18" charset="0"/>
              </a:rPr>
              <a:t>®</a:t>
            </a:r>
            <a:r>
              <a:rPr lang="en-US" sz="2000" b="0" i="0" u="none" strike="noStrike" kern="1200" baseline="0" dirty="0">
                <a:solidFill>
                  <a:srgbClr val="000000"/>
                </a:solidFill>
                <a:latin typeface="Times New Roman" panose="02020603050405020304" pitchFamily="18" charset="0"/>
              </a:rPr>
              <a:t>]) and obesity and overweight (</a:t>
            </a:r>
            <a:r>
              <a:rPr lang="en-US" sz="2000" b="0" i="0" u="none" strike="noStrike" kern="1200" baseline="0" dirty="0" err="1">
                <a:solidFill>
                  <a:srgbClr val="000000"/>
                </a:solidFill>
                <a:latin typeface="Times New Roman" panose="02020603050405020304" pitchFamily="18" charset="0"/>
              </a:rPr>
              <a:t>Zepbound</a:t>
            </a:r>
            <a:r>
              <a:rPr lang="en-US" sz="2000" b="0" i="0" u="none" strike="noStrike" kern="1200" baseline="30000" dirty="0">
                <a:solidFill>
                  <a:srgbClr val="000000"/>
                </a:solidFill>
                <a:latin typeface="Times New Roman" panose="02020603050405020304" pitchFamily="18" charset="0"/>
              </a:rPr>
              <a:t>®</a:t>
            </a:r>
            <a:r>
              <a:rPr lang="en-US" sz="2000" b="0" i="0" u="none" strike="noStrike" kern="1200" baseline="0" dirty="0">
                <a:solidFill>
                  <a:srgbClr val="000000"/>
                </a:solidFill>
                <a:latin typeface="Times New Roman" panose="02020603050405020304" pitchFamily="18" charset="0"/>
              </a:rPr>
              <a:t>). </a:t>
            </a:r>
          </a:p>
          <a:p>
            <a:pPr marL="342900" indent="-342900" defTabSz="914400" fontAlgn="base">
              <a:lnSpc>
                <a:spcPct val="100000"/>
              </a:lnSpc>
              <a:spcBef>
                <a:spcPct val="20000"/>
              </a:spcBef>
              <a:spcAft>
                <a:spcPct val="0"/>
              </a:spcAft>
              <a:buClr>
                <a:srgbClr val="D52B17"/>
              </a:buClr>
              <a:buSzTx/>
              <a:buFontTx/>
              <a:buChar char="•"/>
              <a:defRPr/>
            </a:pPr>
            <a:r>
              <a:rPr lang="en-US" sz="2000" b="0" i="0" u="none" strike="noStrike" kern="1200" baseline="0" dirty="0">
                <a:solidFill>
                  <a:srgbClr val="000000"/>
                </a:solidFill>
                <a:latin typeface="Times New Roman" panose="02020603050405020304" pitchFamily="18" charset="0"/>
              </a:rPr>
              <a:t>The US Food and Drug Administration (FDA) has approved </a:t>
            </a:r>
            <a:r>
              <a:rPr lang="en-US" sz="2000" kern="1200" dirty="0" err="1">
                <a:solidFill>
                  <a:srgbClr val="000000"/>
                </a:solidFill>
                <a:latin typeface="Times New Roman" panose="02020603050405020304" pitchFamily="18" charset="0"/>
              </a:rPr>
              <a:t>T</a:t>
            </a:r>
            <a:r>
              <a:rPr lang="en-US" sz="2000" b="0" i="0" u="none" strike="noStrike" kern="1200" baseline="0" dirty="0" err="1">
                <a:solidFill>
                  <a:srgbClr val="000000"/>
                </a:solidFill>
                <a:latin typeface="Times New Roman" panose="02020603050405020304" pitchFamily="18" charset="0"/>
              </a:rPr>
              <a:t>irzepatide</a:t>
            </a:r>
            <a:r>
              <a:rPr lang="en-US" sz="2000" b="0" i="0" u="none" strike="noStrike" kern="1200" baseline="0" dirty="0">
                <a:solidFill>
                  <a:srgbClr val="000000"/>
                </a:solidFill>
                <a:latin typeface="Times New Roman" panose="02020603050405020304" pitchFamily="18" charset="0"/>
              </a:rPr>
              <a:t> for the treatment of moderate-to-severe OSA in adults with obesity. It is the first-ever medication approved by the FDA for use in this indication.</a:t>
            </a:r>
            <a:r>
              <a:rPr lang="en-US" sz="2000" b="0" i="0" u="none" strike="noStrike" kern="1200" baseline="30000" dirty="0">
                <a:solidFill>
                  <a:srgbClr val="000000"/>
                </a:solidFill>
                <a:latin typeface="Times New Roman" panose="02020603050405020304" pitchFamily="18" charset="0"/>
              </a:rPr>
              <a:t>2</a:t>
            </a:r>
          </a:p>
          <a:p>
            <a:pPr marL="342900" indent="-342900" defTabSz="914400" fontAlgn="base">
              <a:lnSpc>
                <a:spcPct val="100000"/>
              </a:lnSpc>
              <a:spcBef>
                <a:spcPct val="20000"/>
              </a:spcBef>
              <a:spcAft>
                <a:spcPct val="0"/>
              </a:spcAft>
              <a:buClr>
                <a:srgbClr val="D52B17"/>
              </a:buClr>
              <a:buSzTx/>
              <a:buFontTx/>
              <a:buChar char="•"/>
              <a:defRPr/>
            </a:pPr>
            <a:r>
              <a:rPr lang="en-US" sz="2000" b="0" i="0" u="none" strike="noStrike" kern="1200" baseline="0" dirty="0" err="1">
                <a:solidFill>
                  <a:srgbClr val="000000"/>
                </a:solidFill>
                <a:latin typeface="Times New Roman" panose="02020603050405020304" pitchFamily="18" charset="0"/>
              </a:rPr>
              <a:t>Tirzepatide’s</a:t>
            </a:r>
            <a:r>
              <a:rPr lang="en-US" sz="2000" b="0" i="0" u="none" strike="noStrike" kern="1200" baseline="0" dirty="0">
                <a:solidFill>
                  <a:srgbClr val="000000"/>
                </a:solidFill>
                <a:latin typeface="Times New Roman" panose="02020603050405020304" pitchFamily="18" charset="0"/>
              </a:rPr>
              <a:t> efficacy in treating OSA was demonstrated in the phase 3 SURMOUNT-OSA trial, which included two studies with participants on PAP therapy or not on PAP therapy. In both studies, patients received either the MTD of </a:t>
            </a:r>
            <a:r>
              <a:rPr lang="en-US" sz="2000" b="0" i="0" u="none" strike="noStrike" kern="1200" baseline="0" dirty="0" err="1">
                <a:solidFill>
                  <a:srgbClr val="000000"/>
                </a:solidFill>
                <a:latin typeface="Times New Roman" panose="02020603050405020304" pitchFamily="18" charset="0"/>
              </a:rPr>
              <a:t>tirzepatide</a:t>
            </a:r>
            <a:r>
              <a:rPr lang="en-US" sz="2000" b="0" i="0" u="none" strike="noStrike" kern="1200" baseline="0" dirty="0">
                <a:solidFill>
                  <a:srgbClr val="000000"/>
                </a:solidFill>
                <a:latin typeface="Times New Roman" panose="02020603050405020304" pitchFamily="18" charset="0"/>
              </a:rPr>
              <a:t> or placebo for 52 weeks, in conjunction with a reduced calorie diet and increased physical exercise.</a:t>
            </a:r>
          </a:p>
          <a:p>
            <a:pPr marL="342900" indent="-342900" defTabSz="914400" fontAlgn="base">
              <a:lnSpc>
                <a:spcPct val="100000"/>
              </a:lnSpc>
              <a:spcBef>
                <a:spcPct val="20000"/>
              </a:spcBef>
              <a:spcAft>
                <a:spcPct val="0"/>
              </a:spcAft>
              <a:buClr>
                <a:srgbClr val="D52B17"/>
              </a:buClr>
              <a:buSzTx/>
              <a:buFontTx/>
              <a:buChar char="•"/>
              <a:defRPr/>
            </a:pPr>
            <a:r>
              <a:rPr lang="en-US" sz="2000" b="0" i="0" u="none" strike="noStrike" kern="1200" baseline="0" dirty="0" err="1">
                <a:solidFill>
                  <a:srgbClr val="000000"/>
                </a:solidFill>
                <a:latin typeface="Times New Roman" panose="02020603050405020304" pitchFamily="18" charset="0"/>
              </a:rPr>
              <a:t>Tirzepatide</a:t>
            </a:r>
            <a:r>
              <a:rPr lang="en-US" sz="2000" b="0" i="0" u="none" strike="noStrike" kern="1200" baseline="0" dirty="0">
                <a:solidFill>
                  <a:srgbClr val="000000"/>
                </a:solidFill>
                <a:latin typeface="Times New Roman" panose="02020603050405020304" pitchFamily="18" charset="0"/>
              </a:rPr>
              <a:t> demonstrated statistically significant reductions in apnea-hypopnea index (AHI), body weight, and hypoxic burden, while improving sleep-related patient-reported outcomes.</a:t>
            </a:r>
            <a:r>
              <a:rPr lang="en-US" sz="2000" b="0" i="0" u="none" strike="noStrike" kern="1200" baseline="30000" dirty="0">
                <a:solidFill>
                  <a:srgbClr val="000000"/>
                </a:solidFill>
                <a:latin typeface="Times New Roman" panose="02020603050405020304" pitchFamily="18" charset="0"/>
              </a:rPr>
              <a:t>3</a:t>
            </a:r>
          </a:p>
          <a:p>
            <a:pPr marL="342900" indent="-342900" defTabSz="914400" fontAlgn="base">
              <a:lnSpc>
                <a:spcPct val="100000"/>
              </a:lnSpc>
              <a:spcBef>
                <a:spcPct val="20000"/>
              </a:spcBef>
              <a:spcAft>
                <a:spcPct val="0"/>
              </a:spcAft>
              <a:buClr>
                <a:srgbClr val="D52B17"/>
              </a:buClr>
              <a:buSzTx/>
              <a:buFontTx/>
              <a:buChar char="•"/>
              <a:defRPr/>
            </a:pPr>
            <a:endParaRPr lang="de-DE" sz="2000" kern="0" dirty="0">
              <a:solidFill>
                <a:srgbClr val="000000"/>
              </a:solidFill>
              <a:latin typeface="Arial"/>
            </a:endParaRPr>
          </a:p>
        </p:txBody>
      </p:sp>
    </p:spTree>
    <p:extLst>
      <p:ext uri="{BB962C8B-B14F-4D97-AF65-F5344CB8AC3E}">
        <p14:creationId xmlns:p14="http://schemas.microsoft.com/office/powerpoint/2010/main" val="2785456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AB800-48A6-3753-8CD4-B5700E074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CA4FA-58F7-BF29-E120-51A8BB4C945D}"/>
              </a:ext>
            </a:extLst>
          </p:cNvPr>
          <p:cNvSpPr>
            <a:spLocks noGrp="1"/>
          </p:cNvSpPr>
          <p:nvPr>
            <p:ph type="title"/>
          </p:nvPr>
        </p:nvSpPr>
        <p:spPr/>
        <p:txBody>
          <a:bodyPr/>
          <a:lstStyle/>
          <a:p>
            <a:r>
              <a:rPr lang="de-DE" dirty="0"/>
              <a:t>AHI (A</a:t>
            </a:r>
            <a:r>
              <a:rPr lang="en-US" sz="4000" b="0" i="0" u="none" strike="noStrike" kern="1200" baseline="0" dirty="0" err="1">
                <a:solidFill>
                  <a:srgbClr val="000000"/>
                </a:solidFill>
                <a:latin typeface="Times New Roman" panose="02020603050405020304" pitchFamily="18" charset="0"/>
              </a:rPr>
              <a:t>pnea</a:t>
            </a:r>
            <a:r>
              <a:rPr lang="en-US" sz="4000" b="0" i="0" u="none" strike="noStrike" kern="1200" baseline="0" dirty="0">
                <a:solidFill>
                  <a:srgbClr val="000000"/>
                </a:solidFill>
                <a:latin typeface="Times New Roman" panose="02020603050405020304" pitchFamily="18" charset="0"/>
              </a:rPr>
              <a:t>-Hypopnea Index</a:t>
            </a:r>
            <a:r>
              <a:rPr lang="de-DE" dirty="0"/>
              <a:t>)</a:t>
            </a:r>
            <a:endParaRPr lang="en-US" dirty="0"/>
          </a:p>
        </p:txBody>
      </p:sp>
      <p:sp>
        <p:nvSpPr>
          <p:cNvPr id="3" name="Footer Placeholder 2">
            <a:extLst>
              <a:ext uri="{FF2B5EF4-FFF2-40B4-BE49-F238E27FC236}">
                <a16:creationId xmlns:a16="http://schemas.microsoft.com/office/drawing/2014/main" id="{8A7283F0-8C5D-1A46-1ED7-0E19BAC917E7}"/>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75478BD3-57A1-77FF-2AC6-13FCA014423E}"/>
              </a:ext>
            </a:extLst>
          </p:cNvPr>
          <p:cNvSpPr>
            <a:spLocks noGrp="1"/>
          </p:cNvSpPr>
          <p:nvPr>
            <p:ph type="sldNum" sz="quarter" idx="11"/>
          </p:nvPr>
        </p:nvSpPr>
        <p:spPr/>
        <p:txBody>
          <a:bodyPr/>
          <a:lstStyle/>
          <a:p>
            <a:fld id="{48135D20-C3A1-FF4C-B4DB-BE449A9B144D}" type="slidenum">
              <a:rPr lang="en-US" smtClean="0"/>
              <a:t>6</a:t>
            </a:fld>
            <a:endParaRPr lang="en-US"/>
          </a:p>
        </p:txBody>
      </p:sp>
      <p:sp>
        <p:nvSpPr>
          <p:cNvPr id="5" name="Content Placeholder 6">
            <a:extLst>
              <a:ext uri="{FF2B5EF4-FFF2-40B4-BE49-F238E27FC236}">
                <a16:creationId xmlns:a16="http://schemas.microsoft.com/office/drawing/2014/main" id="{7C329539-9B33-3C5E-9772-AA31F8EEBFD0}"/>
              </a:ext>
            </a:extLst>
          </p:cNvPr>
          <p:cNvSpPr txBox="1">
            <a:spLocks/>
          </p:cNvSpPr>
          <p:nvPr/>
        </p:nvSpPr>
        <p:spPr>
          <a:xfrm>
            <a:off x="566927" y="1164113"/>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r>
              <a:rPr lang="en-US" sz="2000" b="0" i="0" u="none" strike="noStrike" kern="1200" baseline="0" dirty="0">
                <a:solidFill>
                  <a:srgbClr val="000000"/>
                </a:solidFill>
                <a:latin typeface="Times New Roman" panose="02020603050405020304" pitchFamily="18" charset="0"/>
              </a:rPr>
              <a:t>AHI assesses OSA severity</a:t>
            </a:r>
          </a:p>
          <a:p>
            <a:pPr marL="342900" indent="-342900" defTabSz="914400" fontAlgn="base">
              <a:lnSpc>
                <a:spcPct val="100000"/>
              </a:lnSpc>
              <a:spcBef>
                <a:spcPct val="20000"/>
              </a:spcBef>
              <a:spcAft>
                <a:spcPct val="0"/>
              </a:spcAft>
              <a:buClr>
                <a:srgbClr val="D52B17"/>
              </a:buClr>
              <a:buSzTx/>
              <a:buFontTx/>
              <a:buChar char="•"/>
              <a:defRPr/>
            </a:pPr>
            <a:r>
              <a:rPr lang="en-US" sz="2000" kern="1200" dirty="0" err="1">
                <a:solidFill>
                  <a:srgbClr val="000000"/>
                </a:solidFill>
                <a:latin typeface="Times New Roman" panose="02020603050405020304" pitchFamily="18" charset="0"/>
              </a:rPr>
              <a:t>Litterature</a:t>
            </a:r>
            <a:r>
              <a:rPr lang="en-US" sz="2000" kern="1200" dirty="0">
                <a:solidFill>
                  <a:srgbClr val="000000"/>
                </a:solidFill>
                <a:latin typeface="Times New Roman" panose="02020603050405020304" pitchFamily="18" charset="0"/>
              </a:rPr>
              <a:t> usually divides OSA severity into 4 AHI categories</a:t>
            </a:r>
            <a:r>
              <a:rPr lang="en-US" sz="2000" b="0" i="0" u="none" strike="noStrike" kern="1200" baseline="30000" dirty="0">
                <a:solidFill>
                  <a:srgbClr val="000000"/>
                </a:solidFill>
                <a:latin typeface="Times New Roman" panose="02020603050405020304" pitchFamily="18" charset="0"/>
              </a:rPr>
              <a:t> 4 </a:t>
            </a:r>
            <a:r>
              <a:rPr lang="en-US" sz="2000" kern="1200" dirty="0">
                <a:solidFill>
                  <a:srgbClr val="000000"/>
                </a:solidFill>
                <a:latin typeface="Times New Roman" panose="02020603050405020304" pitchFamily="18" charset="0"/>
              </a:rPr>
              <a:t>:</a:t>
            </a:r>
          </a:p>
          <a:p>
            <a:pPr marL="480060" lvl="1" indent="-342900" defTabSz="914400" fontAlgn="base">
              <a:lnSpc>
                <a:spcPct val="100000"/>
              </a:lnSpc>
              <a:spcBef>
                <a:spcPct val="20000"/>
              </a:spcBef>
              <a:spcAft>
                <a:spcPct val="0"/>
              </a:spcAft>
              <a:buClr>
                <a:srgbClr val="D52B17"/>
              </a:buClr>
              <a:buSzTx/>
              <a:buFontTx/>
              <a:buChar char="•"/>
              <a:defRPr/>
            </a:pPr>
            <a:r>
              <a:rPr lang="en-US" sz="1400" kern="1200" dirty="0">
                <a:solidFill>
                  <a:srgbClr val="000000"/>
                </a:solidFill>
                <a:latin typeface="Times New Roman" panose="02020603050405020304" pitchFamily="18" charset="0"/>
              </a:rPr>
              <a:t>No Apnea</a:t>
            </a:r>
            <a:r>
              <a:rPr lang="en-US" sz="1600" dirty="0">
                <a:latin typeface="TimesNewRomanPSMT"/>
              </a:rPr>
              <a:t> (AHI &lt;5 events/h)</a:t>
            </a:r>
            <a:endParaRPr lang="en-US" sz="1400" dirty="0">
              <a:latin typeface="TimesNewRomanPSMT"/>
            </a:endParaRPr>
          </a:p>
          <a:p>
            <a:pPr marL="480060" lvl="1" indent="-342900" defTabSz="914400" fontAlgn="base">
              <a:lnSpc>
                <a:spcPct val="100000"/>
              </a:lnSpc>
              <a:spcBef>
                <a:spcPct val="20000"/>
              </a:spcBef>
              <a:spcAft>
                <a:spcPct val="0"/>
              </a:spcAft>
              <a:buClr>
                <a:srgbClr val="D52B17"/>
              </a:buClr>
              <a:buSzTx/>
              <a:buFontTx/>
              <a:buChar char="•"/>
              <a:defRPr/>
            </a:pPr>
            <a:r>
              <a:rPr lang="en-US" sz="1200" kern="1200" dirty="0">
                <a:solidFill>
                  <a:srgbClr val="000000"/>
                </a:solidFill>
                <a:latin typeface="Times New Roman" panose="02020603050405020304" pitchFamily="18" charset="0"/>
              </a:rPr>
              <a:t>Mild</a:t>
            </a:r>
            <a:r>
              <a:rPr lang="en-US" sz="1400" dirty="0">
                <a:latin typeface="TimesNewRomanPSMT"/>
              </a:rPr>
              <a:t> (</a:t>
            </a:r>
            <a:r>
              <a:rPr lang="en-US" sz="1600" dirty="0">
                <a:latin typeface="TimesNewRomanPSMT"/>
              </a:rPr>
              <a:t>5 ≤ AHI &lt;15 events/h)</a:t>
            </a:r>
            <a:endParaRPr lang="en-US" sz="1400" dirty="0">
              <a:latin typeface="TimesNewRomanPSMT"/>
            </a:endParaRPr>
          </a:p>
          <a:p>
            <a:pPr marL="480060" lvl="1" indent="-342900" defTabSz="914400" fontAlgn="base">
              <a:lnSpc>
                <a:spcPct val="100000"/>
              </a:lnSpc>
              <a:spcBef>
                <a:spcPct val="20000"/>
              </a:spcBef>
              <a:spcAft>
                <a:spcPct val="0"/>
              </a:spcAft>
              <a:buClr>
                <a:srgbClr val="D52B17"/>
              </a:buClr>
              <a:buSzTx/>
              <a:buFontTx/>
              <a:buChar char="•"/>
              <a:defRPr/>
            </a:pPr>
            <a:r>
              <a:rPr lang="en-US" sz="1100" kern="1200" dirty="0">
                <a:solidFill>
                  <a:srgbClr val="000000"/>
                </a:solidFill>
                <a:latin typeface="Times New Roman" panose="02020603050405020304" pitchFamily="18" charset="0"/>
              </a:rPr>
              <a:t>Moderate</a:t>
            </a:r>
            <a:r>
              <a:rPr lang="en-US" sz="1200" dirty="0">
                <a:latin typeface="TimesNewRomanPSMT"/>
              </a:rPr>
              <a:t> (15</a:t>
            </a:r>
            <a:r>
              <a:rPr lang="en-US" sz="1400" dirty="0">
                <a:latin typeface="TimesNewRomanPSMT"/>
              </a:rPr>
              <a:t> ≤ AHI &lt;30 events/h)</a:t>
            </a:r>
            <a:endParaRPr lang="en-US" sz="1200" dirty="0">
              <a:latin typeface="TimesNewRomanPSMT"/>
            </a:endParaRPr>
          </a:p>
          <a:p>
            <a:pPr marL="480060" lvl="1" indent="-342900" defTabSz="914400" fontAlgn="base">
              <a:lnSpc>
                <a:spcPct val="100000"/>
              </a:lnSpc>
              <a:spcBef>
                <a:spcPct val="20000"/>
              </a:spcBef>
              <a:spcAft>
                <a:spcPct val="0"/>
              </a:spcAft>
              <a:buClr>
                <a:srgbClr val="D52B17"/>
              </a:buClr>
              <a:buSzTx/>
              <a:buFontTx/>
              <a:buChar char="•"/>
              <a:defRPr/>
            </a:pPr>
            <a:r>
              <a:rPr lang="en-US" sz="1100" kern="1200" dirty="0">
                <a:solidFill>
                  <a:srgbClr val="000000"/>
                </a:solidFill>
                <a:latin typeface="Times New Roman" panose="02020603050405020304" pitchFamily="18" charset="0"/>
              </a:rPr>
              <a:t>Severe</a:t>
            </a:r>
            <a:r>
              <a:rPr lang="en-US" sz="1200" dirty="0">
                <a:latin typeface="TimesNewRomanPSMT"/>
              </a:rPr>
              <a:t> (</a:t>
            </a:r>
            <a:r>
              <a:rPr lang="en-US" sz="1400" dirty="0">
                <a:latin typeface="TimesNewRomanPSMT"/>
              </a:rPr>
              <a:t>30 events/h ≤ AHI)</a:t>
            </a:r>
            <a:endParaRPr lang="en-US" sz="1200" dirty="0">
              <a:latin typeface="TimesNewRomanPSMT"/>
            </a:endParaRPr>
          </a:p>
          <a:p>
            <a:pPr marL="342900" indent="-342900" defTabSz="914400" fontAlgn="base">
              <a:lnSpc>
                <a:spcPct val="100000"/>
              </a:lnSpc>
              <a:spcBef>
                <a:spcPct val="20000"/>
              </a:spcBef>
              <a:spcAft>
                <a:spcPct val="0"/>
              </a:spcAft>
              <a:buClr>
                <a:srgbClr val="D52B17"/>
              </a:buClr>
              <a:buSzTx/>
              <a:buFontTx/>
              <a:buChar char="•"/>
              <a:defRPr/>
            </a:pPr>
            <a:r>
              <a:rPr lang="en-US" sz="2000" kern="1200" dirty="0">
                <a:solidFill>
                  <a:srgbClr val="000000"/>
                </a:solidFill>
                <a:latin typeface="Times New Roman" panose="02020603050405020304" pitchFamily="18" charset="0"/>
              </a:rPr>
              <a:t>AHI measured at baseline, week 20 and week 52</a:t>
            </a:r>
          </a:p>
        </p:txBody>
      </p:sp>
    </p:spTree>
    <p:extLst>
      <p:ext uri="{BB962C8B-B14F-4D97-AF65-F5344CB8AC3E}">
        <p14:creationId xmlns:p14="http://schemas.microsoft.com/office/powerpoint/2010/main" val="4254415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FE515-53C5-27CF-E694-9986CE7F23D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7F760A5-9696-3E06-DBA8-4D0A8138D7BE}"/>
              </a:ext>
            </a:extLst>
          </p:cNvPr>
          <p:cNvSpPr>
            <a:spLocks noGrp="1"/>
          </p:cNvSpPr>
          <p:nvPr>
            <p:ph type="title"/>
          </p:nvPr>
        </p:nvSpPr>
        <p:spPr/>
        <p:txBody>
          <a:bodyPr/>
          <a:lstStyle/>
          <a:p>
            <a:r>
              <a:rPr lang="fr-FR" sz="4000" dirty="0" err="1"/>
              <a:t>Problematics</a:t>
            </a:r>
            <a:endParaRPr lang="en-US" sz="4000" dirty="0"/>
          </a:p>
        </p:txBody>
      </p:sp>
      <p:sp>
        <p:nvSpPr>
          <p:cNvPr id="4" name="Footer Placeholder 3">
            <a:extLst>
              <a:ext uri="{FF2B5EF4-FFF2-40B4-BE49-F238E27FC236}">
                <a16:creationId xmlns:a16="http://schemas.microsoft.com/office/drawing/2014/main" id="{DF0BF290-B338-296D-86E7-C6B603657D87}"/>
              </a:ext>
            </a:extLst>
          </p:cNvPr>
          <p:cNvSpPr>
            <a:spLocks noGrp="1"/>
          </p:cNvSpPr>
          <p:nvPr>
            <p:ph type="ftr" sz="quarter" idx="12"/>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24076373-2DAF-9697-F4F3-B61DA8FA3A1C}"/>
              </a:ext>
            </a:extLst>
          </p:cNvPr>
          <p:cNvSpPr>
            <a:spLocks noGrp="1"/>
          </p:cNvSpPr>
          <p:nvPr>
            <p:ph type="sldNum" idx="13"/>
          </p:nvPr>
        </p:nvSpPr>
        <p:spPr/>
        <p:txBody>
          <a:bodyPr/>
          <a:lstStyle/>
          <a:p>
            <a:fld id="{00000000-1234-1234-1234-123412341234}" type="slidenum">
              <a:rPr lang="en" smtClean="0"/>
              <a:pPr/>
              <a:t>7</a:t>
            </a:fld>
            <a:endParaRPr lang="en"/>
          </a:p>
        </p:txBody>
      </p:sp>
    </p:spTree>
    <p:extLst>
      <p:ext uri="{BB962C8B-B14F-4D97-AF65-F5344CB8AC3E}">
        <p14:creationId xmlns:p14="http://schemas.microsoft.com/office/powerpoint/2010/main" val="1906264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DB81A-93A5-C359-9DFA-5512FC126E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B0CA9-A34F-2FCA-A315-E775CB33517C}"/>
              </a:ext>
            </a:extLst>
          </p:cNvPr>
          <p:cNvSpPr>
            <a:spLocks noGrp="1"/>
          </p:cNvSpPr>
          <p:nvPr>
            <p:ph type="title"/>
          </p:nvPr>
        </p:nvSpPr>
        <p:spPr/>
        <p:txBody>
          <a:bodyPr/>
          <a:lstStyle/>
          <a:p>
            <a:r>
              <a:rPr lang="de-DE" dirty="0"/>
              <a:t>Problematics</a:t>
            </a:r>
            <a:endParaRPr lang="en-US" dirty="0"/>
          </a:p>
        </p:txBody>
      </p:sp>
      <p:sp>
        <p:nvSpPr>
          <p:cNvPr id="3" name="Footer Placeholder 2">
            <a:extLst>
              <a:ext uri="{FF2B5EF4-FFF2-40B4-BE49-F238E27FC236}">
                <a16:creationId xmlns:a16="http://schemas.microsoft.com/office/drawing/2014/main" id="{3A15E1A4-18CC-8F72-A47E-44F8FCBD84FF}"/>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FFA8DE5F-C44C-9A70-E235-43844CBAC4B1}"/>
              </a:ext>
            </a:extLst>
          </p:cNvPr>
          <p:cNvSpPr>
            <a:spLocks noGrp="1"/>
          </p:cNvSpPr>
          <p:nvPr>
            <p:ph type="sldNum" sz="quarter" idx="11"/>
          </p:nvPr>
        </p:nvSpPr>
        <p:spPr/>
        <p:txBody>
          <a:bodyPr/>
          <a:lstStyle/>
          <a:p>
            <a:fld id="{48135D20-C3A1-FF4C-B4DB-BE449A9B144D}" type="slidenum">
              <a:rPr lang="en-US" smtClean="0"/>
              <a:t>8</a:t>
            </a:fld>
            <a:endParaRPr lang="en-US"/>
          </a:p>
        </p:txBody>
      </p:sp>
      <p:sp>
        <p:nvSpPr>
          <p:cNvPr id="14" name="Content Placeholder 6">
            <a:extLst>
              <a:ext uri="{FF2B5EF4-FFF2-40B4-BE49-F238E27FC236}">
                <a16:creationId xmlns:a16="http://schemas.microsoft.com/office/drawing/2014/main" id="{A7271FBF-242B-22FE-5688-BF862C194DD3}"/>
              </a:ext>
            </a:extLst>
          </p:cNvPr>
          <p:cNvSpPr txBox="1">
            <a:spLocks/>
          </p:cNvSpPr>
          <p:nvPr/>
        </p:nvSpPr>
        <p:spPr>
          <a:xfrm>
            <a:off x="566927" y="804518"/>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r>
              <a:rPr lang="en-US" b="0" i="0" u="none" strike="noStrike" kern="1200" baseline="0" dirty="0">
                <a:solidFill>
                  <a:srgbClr val="000000"/>
                </a:solidFill>
                <a:latin typeface="Times New Roman" panose="02020603050405020304" pitchFamily="18" charset="0"/>
              </a:rPr>
              <a:t>Severity of </a:t>
            </a:r>
            <a:r>
              <a:rPr lang="en-US" kern="1200" dirty="0">
                <a:solidFill>
                  <a:srgbClr val="000000"/>
                </a:solidFill>
                <a:latin typeface="Times New Roman" panose="02020603050405020304" pitchFamily="18" charset="0"/>
              </a:rPr>
              <a:t>OSA as assessed by AHI is associated with obesity</a:t>
            </a:r>
            <a:r>
              <a:rPr lang="en-US" sz="2400" b="0" i="0" u="none" strike="noStrike" kern="1200" baseline="30000" dirty="0">
                <a:solidFill>
                  <a:srgbClr val="000000"/>
                </a:solidFill>
                <a:latin typeface="Times New Roman" panose="02020603050405020304" pitchFamily="18" charset="0"/>
              </a:rPr>
              <a:t> 5</a:t>
            </a:r>
            <a:endParaRPr lang="en-US"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en-US" b="0" i="0" u="none" strike="noStrike" kern="1200" baseline="0" dirty="0">
                <a:solidFill>
                  <a:srgbClr val="000000"/>
                </a:solidFill>
                <a:latin typeface="Times New Roman" panose="02020603050405020304" pitchFamily="18" charset="0"/>
              </a:rPr>
              <a:t>Economic models are well known in T2D, still under development in CWM – types of model still not </a:t>
            </a:r>
            <a:r>
              <a:rPr lang="en-US" kern="1200" dirty="0">
                <a:solidFill>
                  <a:srgbClr val="000000"/>
                </a:solidFill>
                <a:latin typeface="Times New Roman" panose="02020603050405020304" pitchFamily="18" charset="0"/>
              </a:rPr>
              <a:t>established and to </a:t>
            </a:r>
            <a:r>
              <a:rPr lang="en-US" b="0" i="0" u="none" strike="noStrike" kern="1200" baseline="0" dirty="0">
                <a:solidFill>
                  <a:srgbClr val="000000"/>
                </a:solidFill>
                <a:latin typeface="Times New Roman" panose="02020603050405020304" pitchFamily="18" charset="0"/>
              </a:rPr>
              <a:t>be explored</a:t>
            </a:r>
          </a:p>
          <a:p>
            <a:pPr marL="342900" indent="-342900" defTabSz="914400" fontAlgn="base">
              <a:lnSpc>
                <a:spcPct val="100000"/>
              </a:lnSpc>
              <a:spcBef>
                <a:spcPct val="20000"/>
              </a:spcBef>
              <a:spcAft>
                <a:spcPct val="0"/>
              </a:spcAft>
              <a:buClr>
                <a:srgbClr val="D52B17"/>
              </a:buClr>
              <a:buSzTx/>
              <a:buFontTx/>
              <a:buChar char="•"/>
              <a:defRPr/>
            </a:pPr>
            <a:r>
              <a:rPr lang="en-US" kern="1200" dirty="0">
                <a:solidFill>
                  <a:srgbClr val="000000"/>
                </a:solidFill>
                <a:latin typeface="Times New Roman" panose="02020603050405020304" pitchFamily="18" charset="0"/>
              </a:rPr>
              <a:t>Explore correlation between BMI and OSA severity (case #1)</a:t>
            </a:r>
          </a:p>
          <a:p>
            <a:pPr marL="480060" lvl="1" indent="-342900" defTabSz="914400" fontAlgn="base">
              <a:lnSpc>
                <a:spcPct val="100000"/>
              </a:lnSpc>
              <a:spcBef>
                <a:spcPct val="20000"/>
              </a:spcBef>
              <a:spcAft>
                <a:spcPct val="0"/>
              </a:spcAft>
              <a:buClr>
                <a:srgbClr val="D52B17"/>
              </a:buClr>
              <a:buSzTx/>
              <a:buFontTx/>
              <a:buChar char="•"/>
              <a:defRPr/>
            </a:pPr>
            <a:r>
              <a:rPr lang="en-US" kern="1200" dirty="0">
                <a:solidFill>
                  <a:srgbClr val="000000"/>
                </a:solidFill>
                <a:latin typeface="Times New Roman" panose="02020603050405020304" pitchFamily="18" charset="0"/>
              </a:rPr>
              <a:t>Level of correlation not known, as well influential independent variables</a:t>
            </a:r>
          </a:p>
          <a:p>
            <a:pPr marL="342900" indent="-342900" defTabSz="914400" fontAlgn="base">
              <a:lnSpc>
                <a:spcPct val="100000"/>
              </a:lnSpc>
              <a:spcBef>
                <a:spcPct val="20000"/>
              </a:spcBef>
              <a:spcAft>
                <a:spcPct val="0"/>
              </a:spcAft>
              <a:buClr>
                <a:srgbClr val="D52B17"/>
              </a:buClr>
              <a:buSzTx/>
              <a:buFontTx/>
              <a:buChar char="•"/>
              <a:defRPr/>
            </a:pPr>
            <a:r>
              <a:rPr lang="en-US" kern="1200" dirty="0">
                <a:solidFill>
                  <a:srgbClr val="000000"/>
                </a:solidFill>
                <a:latin typeface="Times New Roman" panose="02020603050405020304" pitchFamily="18" charset="0"/>
              </a:rPr>
              <a:t>No known experience in multinomial models</a:t>
            </a:r>
          </a:p>
          <a:p>
            <a:pPr marL="480060" lvl="1" indent="-342900" defTabSz="914400" fontAlgn="base">
              <a:lnSpc>
                <a:spcPct val="100000"/>
              </a:lnSpc>
              <a:spcBef>
                <a:spcPct val="20000"/>
              </a:spcBef>
              <a:spcAft>
                <a:spcPct val="0"/>
              </a:spcAft>
              <a:buClr>
                <a:srgbClr val="D52B17"/>
              </a:buClr>
              <a:buSzTx/>
              <a:buFontTx/>
              <a:buChar char="•"/>
              <a:defRPr/>
            </a:pPr>
            <a:r>
              <a:rPr lang="en-US" kern="1200" dirty="0">
                <a:solidFill>
                  <a:srgbClr val="000000"/>
                </a:solidFill>
                <a:latin typeface="Times New Roman" panose="02020603050405020304" pitchFamily="18" charset="0"/>
              </a:rPr>
              <a:t>Start from scratch incl. programming, model building etc.</a:t>
            </a:r>
            <a:endParaRPr lang="de-DE" kern="0" dirty="0">
              <a:solidFill>
                <a:srgbClr val="000000"/>
              </a:solidFill>
            </a:endParaRPr>
          </a:p>
          <a:p>
            <a:pPr marL="342900" indent="-342900" defTabSz="914400" fontAlgn="base">
              <a:lnSpc>
                <a:spcPct val="100000"/>
              </a:lnSpc>
              <a:spcBef>
                <a:spcPct val="20000"/>
              </a:spcBef>
              <a:spcAft>
                <a:spcPct val="0"/>
              </a:spcAft>
              <a:buClr>
                <a:srgbClr val="D52B17"/>
              </a:buClr>
              <a:buSzTx/>
              <a:buFontTx/>
              <a:buChar char="•"/>
              <a:defRPr/>
            </a:pPr>
            <a:r>
              <a:rPr lang="en-US" kern="1200" dirty="0">
                <a:solidFill>
                  <a:srgbClr val="000000"/>
                </a:solidFill>
                <a:latin typeface="Times New Roman" panose="02020603050405020304" pitchFamily="18" charset="0"/>
              </a:rPr>
              <a:t>SAP stability, model building and convergence management (case #2)</a:t>
            </a:r>
          </a:p>
        </p:txBody>
      </p:sp>
    </p:spTree>
    <p:extLst>
      <p:ext uri="{BB962C8B-B14F-4D97-AF65-F5344CB8AC3E}">
        <p14:creationId xmlns:p14="http://schemas.microsoft.com/office/powerpoint/2010/main" val="2245239621"/>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47CE0-3C5D-90AD-629C-D9C35C986F5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9DFBF8B-9A44-2C6C-D864-B2171D315AB7}"/>
              </a:ext>
            </a:extLst>
          </p:cNvPr>
          <p:cNvSpPr>
            <a:spLocks noGrp="1"/>
          </p:cNvSpPr>
          <p:nvPr>
            <p:ph type="title"/>
          </p:nvPr>
        </p:nvSpPr>
        <p:spPr/>
        <p:txBody>
          <a:bodyPr/>
          <a:lstStyle/>
          <a:p>
            <a:r>
              <a:rPr lang="fr-FR" sz="4000" dirty="0"/>
              <a:t>Case #1</a:t>
            </a:r>
            <a:br>
              <a:rPr lang="fr-FR" sz="4000" dirty="0"/>
            </a:br>
            <a:r>
              <a:rPr lang="fr-FR" sz="4000" dirty="0"/>
              <a:t>	explore BMI/ OSA </a:t>
            </a:r>
            <a:r>
              <a:rPr lang="fr-FR" sz="4000" dirty="0" err="1"/>
              <a:t>severity</a:t>
            </a:r>
            <a:r>
              <a:rPr lang="fr-FR" sz="4000" dirty="0"/>
              <a:t> 	</a:t>
            </a:r>
            <a:r>
              <a:rPr lang="fr-FR" sz="4000" dirty="0" err="1"/>
              <a:t>relationship</a:t>
            </a:r>
            <a:r>
              <a:rPr lang="fr-FR" sz="4000" dirty="0"/>
              <a:t> </a:t>
            </a:r>
            <a:r>
              <a:rPr lang="fr-FR" sz="4000" dirty="0" err="1"/>
              <a:t>using</a:t>
            </a:r>
            <a:r>
              <a:rPr lang="fr-FR" sz="4000" dirty="0"/>
              <a:t> R quarto</a:t>
            </a:r>
            <a:endParaRPr lang="en-US" sz="4000" dirty="0"/>
          </a:p>
        </p:txBody>
      </p:sp>
      <p:sp>
        <p:nvSpPr>
          <p:cNvPr id="4" name="Footer Placeholder 3">
            <a:extLst>
              <a:ext uri="{FF2B5EF4-FFF2-40B4-BE49-F238E27FC236}">
                <a16:creationId xmlns:a16="http://schemas.microsoft.com/office/drawing/2014/main" id="{E7FB637D-46C3-F749-66E6-633627C6B8A1}"/>
              </a:ext>
            </a:extLst>
          </p:cNvPr>
          <p:cNvSpPr>
            <a:spLocks noGrp="1"/>
          </p:cNvSpPr>
          <p:nvPr>
            <p:ph type="ftr" sz="quarter" idx="12"/>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3BE686B2-117B-F78F-C991-6D276EFE9DB6}"/>
              </a:ext>
            </a:extLst>
          </p:cNvPr>
          <p:cNvSpPr>
            <a:spLocks noGrp="1"/>
          </p:cNvSpPr>
          <p:nvPr>
            <p:ph type="sldNum" idx="13"/>
          </p:nvPr>
        </p:nvSpPr>
        <p:spPr/>
        <p:txBody>
          <a:bodyPr/>
          <a:lstStyle/>
          <a:p>
            <a:fld id="{00000000-1234-1234-1234-123412341234}" type="slidenum">
              <a:rPr lang="en" smtClean="0"/>
              <a:pPr/>
              <a:t>9</a:t>
            </a:fld>
            <a:endParaRPr lang="en"/>
          </a:p>
        </p:txBody>
      </p:sp>
    </p:spTree>
    <p:extLst>
      <p:ext uri="{BB962C8B-B14F-4D97-AF65-F5344CB8AC3E}">
        <p14:creationId xmlns:p14="http://schemas.microsoft.com/office/powerpoint/2010/main" val="3873872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356DB-C8C9-6C58-1C7A-F0866B807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971DC-4419-B636-69C9-F9654E47A008}"/>
              </a:ext>
            </a:extLst>
          </p:cNvPr>
          <p:cNvSpPr>
            <a:spLocks noGrp="1"/>
          </p:cNvSpPr>
          <p:nvPr>
            <p:ph type="title"/>
          </p:nvPr>
        </p:nvSpPr>
        <p:spPr/>
        <p:txBody>
          <a:bodyPr/>
          <a:lstStyle/>
          <a:p>
            <a:r>
              <a:rPr lang="de-DE" dirty="0"/>
              <a:t>Model Building – case 1</a:t>
            </a:r>
            <a:endParaRPr lang="en-US" dirty="0"/>
          </a:p>
        </p:txBody>
      </p:sp>
      <p:sp>
        <p:nvSpPr>
          <p:cNvPr id="3" name="Footer Placeholder 2">
            <a:extLst>
              <a:ext uri="{FF2B5EF4-FFF2-40B4-BE49-F238E27FC236}">
                <a16:creationId xmlns:a16="http://schemas.microsoft.com/office/drawing/2014/main" id="{11A07259-E39D-ADBB-5B0D-6CD765B04C85}"/>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60C5D411-B3FC-8B86-8FD8-83ECD7A6173D}"/>
              </a:ext>
            </a:extLst>
          </p:cNvPr>
          <p:cNvSpPr>
            <a:spLocks noGrp="1"/>
          </p:cNvSpPr>
          <p:nvPr>
            <p:ph type="sldNum" sz="quarter" idx="11"/>
          </p:nvPr>
        </p:nvSpPr>
        <p:spPr/>
        <p:txBody>
          <a:bodyPr/>
          <a:lstStyle/>
          <a:p>
            <a:fld id="{48135D20-C3A1-FF4C-B4DB-BE449A9B144D}" type="slidenum">
              <a:rPr lang="en-US" smtClean="0"/>
              <a:t>10</a:t>
            </a:fld>
            <a:endParaRPr lang="en-US"/>
          </a:p>
        </p:txBody>
      </p:sp>
      <p:sp>
        <p:nvSpPr>
          <p:cNvPr id="5" name="Content Placeholder 6">
            <a:extLst>
              <a:ext uri="{FF2B5EF4-FFF2-40B4-BE49-F238E27FC236}">
                <a16:creationId xmlns:a16="http://schemas.microsoft.com/office/drawing/2014/main" id="{C2403FB0-371E-E11A-B8E7-3FFB78FEFF72}"/>
              </a:ext>
            </a:extLst>
          </p:cNvPr>
          <p:cNvSpPr txBox="1">
            <a:spLocks/>
          </p:cNvSpPr>
          <p:nvPr/>
        </p:nvSpPr>
        <p:spPr>
          <a:xfrm>
            <a:off x="566927" y="1164113"/>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r>
              <a:rPr lang="en-US" sz="2000" kern="1200" dirty="0">
                <a:solidFill>
                  <a:srgbClr val="000000"/>
                </a:solidFill>
                <a:latin typeface="Times New Roman" panose="02020603050405020304" pitchFamily="18" charset="0"/>
              </a:rPr>
              <a:t>Explore correlation between BMI, other variables and OSA category (OSA severity) </a:t>
            </a:r>
          </a:p>
          <a:p>
            <a:pPr marL="342900" indent="-342900" defTabSz="914400" fontAlgn="base">
              <a:lnSpc>
                <a:spcPct val="100000"/>
              </a:lnSpc>
              <a:spcBef>
                <a:spcPct val="20000"/>
              </a:spcBef>
              <a:spcAft>
                <a:spcPct val="0"/>
              </a:spcAft>
              <a:buClr>
                <a:srgbClr val="D52B17"/>
              </a:buClr>
              <a:buSzTx/>
              <a:buFontTx/>
              <a:buChar char="•"/>
              <a:defRPr/>
            </a:pPr>
            <a:r>
              <a:rPr lang="en-US" sz="2000" b="0" i="0" u="none" strike="noStrike" kern="1200" baseline="0" dirty="0">
                <a:solidFill>
                  <a:srgbClr val="000000"/>
                </a:solidFill>
                <a:latin typeface="Times New Roman" panose="02020603050405020304" pitchFamily="18" charset="0"/>
              </a:rPr>
              <a:t>Number of response categories</a:t>
            </a:r>
          </a:p>
          <a:p>
            <a:pPr marL="342900" indent="-342900" defTabSz="914400" fontAlgn="base">
              <a:lnSpc>
                <a:spcPct val="100000"/>
              </a:lnSpc>
              <a:spcBef>
                <a:spcPct val="20000"/>
              </a:spcBef>
              <a:spcAft>
                <a:spcPct val="0"/>
              </a:spcAft>
              <a:buClr>
                <a:srgbClr val="D52B17"/>
              </a:buClr>
              <a:buSzTx/>
              <a:buFontTx/>
              <a:buChar char="•"/>
              <a:defRPr/>
            </a:pPr>
            <a:r>
              <a:rPr lang="en-US" sz="2000" kern="1200" dirty="0">
                <a:solidFill>
                  <a:srgbClr val="000000"/>
                </a:solidFill>
                <a:latin typeface="Times New Roman" panose="02020603050405020304" pitchFamily="18" charset="0"/>
              </a:rPr>
              <a:t>Explanatory variables selection</a:t>
            </a:r>
          </a:p>
          <a:p>
            <a:pPr marL="342900" indent="-342900" defTabSz="914400" fontAlgn="base">
              <a:lnSpc>
                <a:spcPct val="100000"/>
              </a:lnSpc>
              <a:spcBef>
                <a:spcPct val="20000"/>
              </a:spcBef>
              <a:spcAft>
                <a:spcPct val="0"/>
              </a:spcAft>
              <a:buClr>
                <a:srgbClr val="D52B17"/>
              </a:buClr>
              <a:buSzTx/>
              <a:buFontTx/>
              <a:buChar char="•"/>
              <a:defRPr/>
            </a:pPr>
            <a:r>
              <a:rPr lang="de-DE" sz="2000" kern="0" dirty="0">
                <a:solidFill>
                  <a:srgbClr val="000000"/>
                </a:solidFill>
                <a:latin typeface="+mj-lt"/>
              </a:rPr>
              <a:t>Several models, incl. Multinomial</a:t>
            </a:r>
          </a:p>
          <a:p>
            <a:pPr marL="342900" indent="-342900" defTabSz="914400" fontAlgn="base">
              <a:lnSpc>
                <a:spcPct val="100000"/>
              </a:lnSpc>
              <a:spcBef>
                <a:spcPct val="20000"/>
              </a:spcBef>
              <a:spcAft>
                <a:spcPct val="0"/>
              </a:spcAft>
              <a:buClr>
                <a:srgbClr val="D52B17"/>
              </a:buClr>
              <a:buSzTx/>
              <a:buFontTx/>
              <a:buChar char="•"/>
              <a:defRPr/>
            </a:pPr>
            <a:r>
              <a:rPr lang="de-DE" sz="2000" kern="0" dirty="0">
                <a:solidFill>
                  <a:srgbClr val="000000"/>
                </a:solidFill>
                <a:latin typeface="+mj-lt"/>
              </a:rPr>
              <a:t>Timepoint(s) to include (week 20 or 52)</a:t>
            </a:r>
          </a:p>
          <a:p>
            <a:pPr marL="342900" indent="-342900" defTabSz="914400" fontAlgn="base">
              <a:lnSpc>
                <a:spcPct val="100000"/>
              </a:lnSpc>
              <a:spcBef>
                <a:spcPct val="20000"/>
              </a:spcBef>
              <a:spcAft>
                <a:spcPct val="0"/>
              </a:spcAft>
              <a:buClr>
                <a:srgbClr val="D52B17"/>
              </a:buClr>
              <a:buSzTx/>
              <a:buFontTx/>
              <a:buChar char="•"/>
              <a:defRPr/>
            </a:pPr>
            <a:r>
              <a:rPr lang="de-DE" sz="2000" kern="0" dirty="0">
                <a:solidFill>
                  <a:srgbClr val="000000"/>
                </a:solidFill>
                <a:latin typeface="+mj-lt"/>
              </a:rPr>
              <a:t>Pooled OSA1&amp;2 and/ or study level analyses</a:t>
            </a:r>
          </a:p>
          <a:p>
            <a:pPr marL="342900" indent="-342900" defTabSz="914400" fontAlgn="base">
              <a:lnSpc>
                <a:spcPct val="100000"/>
              </a:lnSpc>
              <a:spcBef>
                <a:spcPct val="20000"/>
              </a:spcBef>
              <a:spcAft>
                <a:spcPct val="0"/>
              </a:spcAft>
              <a:buClr>
                <a:srgbClr val="D52B17"/>
              </a:buClr>
              <a:buSzTx/>
              <a:buFontTx/>
              <a:buChar char="•"/>
              <a:defRPr/>
            </a:pPr>
            <a:r>
              <a:rPr lang="de-DE" sz="2000" kern="0" dirty="0">
                <a:solidFill>
                  <a:srgbClr val="000000"/>
                </a:solidFill>
                <a:latin typeface="+mj-lt"/>
              </a:rPr>
              <a:t>R quarto</a:t>
            </a:r>
          </a:p>
        </p:txBody>
      </p:sp>
    </p:spTree>
    <p:extLst>
      <p:ext uri="{BB962C8B-B14F-4D97-AF65-F5344CB8AC3E}">
        <p14:creationId xmlns:p14="http://schemas.microsoft.com/office/powerpoint/2010/main" val="823141610"/>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37D7A-A7C6-31A6-295A-42F05F460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711DD-E250-C620-6647-59B215974C4E}"/>
              </a:ext>
            </a:extLst>
          </p:cNvPr>
          <p:cNvSpPr>
            <a:spLocks noGrp="1"/>
          </p:cNvSpPr>
          <p:nvPr>
            <p:ph type="title"/>
          </p:nvPr>
        </p:nvSpPr>
        <p:spPr>
          <a:xfrm>
            <a:off x="609600" y="414942"/>
            <a:ext cx="11058144" cy="496529"/>
          </a:xfrm>
        </p:spPr>
        <p:txBody>
          <a:bodyPr/>
          <a:lstStyle/>
          <a:p>
            <a:r>
              <a:rPr lang="de-DE" dirty="0"/>
              <a:t>Multinomial Model</a:t>
            </a:r>
            <a:endParaRPr lang="en-US" dirty="0"/>
          </a:p>
        </p:txBody>
      </p:sp>
      <p:sp>
        <p:nvSpPr>
          <p:cNvPr id="3" name="Footer Placeholder 2">
            <a:extLst>
              <a:ext uri="{FF2B5EF4-FFF2-40B4-BE49-F238E27FC236}">
                <a16:creationId xmlns:a16="http://schemas.microsoft.com/office/drawing/2014/main" id="{E726E111-E404-7072-40AB-C050AED9F211}"/>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021E541E-A88F-BEED-3146-BB6A25AA00D5}"/>
              </a:ext>
            </a:extLst>
          </p:cNvPr>
          <p:cNvSpPr>
            <a:spLocks noGrp="1"/>
          </p:cNvSpPr>
          <p:nvPr>
            <p:ph type="sldNum" sz="quarter" idx="11"/>
          </p:nvPr>
        </p:nvSpPr>
        <p:spPr/>
        <p:txBody>
          <a:bodyPr/>
          <a:lstStyle/>
          <a:p>
            <a:fld id="{48135D20-C3A1-FF4C-B4DB-BE449A9B144D}" type="slidenum">
              <a:rPr lang="en-US" smtClean="0"/>
              <a:t>11</a:t>
            </a:fld>
            <a:endParaRPr lang="en-US"/>
          </a:p>
        </p:txBody>
      </p:sp>
      <p:sp>
        <p:nvSpPr>
          <p:cNvPr id="5" name="Content Placeholder 6">
            <a:extLst>
              <a:ext uri="{FF2B5EF4-FFF2-40B4-BE49-F238E27FC236}">
                <a16:creationId xmlns:a16="http://schemas.microsoft.com/office/drawing/2014/main" id="{AB394FF6-8072-8AA5-EB80-A215B7A6D9E5}"/>
              </a:ext>
            </a:extLst>
          </p:cNvPr>
          <p:cNvSpPr txBox="1">
            <a:spLocks/>
          </p:cNvSpPr>
          <p:nvPr/>
        </p:nvSpPr>
        <p:spPr>
          <a:xfrm>
            <a:off x="566927" y="1164113"/>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endParaRPr lang="fr-FR" sz="1600" kern="1200" dirty="0">
              <a:solidFill>
                <a:srgbClr val="000000"/>
              </a:solidFill>
              <a:latin typeface="Times New Roman" panose="02020603050405020304" pitchFamily="18" charset="0"/>
            </a:endParaRPr>
          </a:p>
        </p:txBody>
      </p:sp>
      <p:sp>
        <p:nvSpPr>
          <p:cNvPr id="6" name="Content Placeholder 6">
            <a:extLst>
              <a:ext uri="{FF2B5EF4-FFF2-40B4-BE49-F238E27FC236}">
                <a16:creationId xmlns:a16="http://schemas.microsoft.com/office/drawing/2014/main" id="{E4C07E6E-66D9-581E-4B0A-BF0B8C09D9F2}"/>
              </a:ext>
            </a:extLst>
          </p:cNvPr>
          <p:cNvSpPr txBox="1">
            <a:spLocks/>
          </p:cNvSpPr>
          <p:nvPr/>
        </p:nvSpPr>
        <p:spPr>
          <a:xfrm>
            <a:off x="719327" y="1316513"/>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r>
              <a:rPr lang="fr-FR" sz="1600" kern="1200" dirty="0">
                <a:solidFill>
                  <a:srgbClr val="000000"/>
                </a:solidFill>
                <a:latin typeface="Times New Roman" panose="02020603050405020304" pitchFamily="18" charset="0"/>
              </a:rPr>
              <a:t>Model </a:t>
            </a:r>
            <a:r>
              <a:rPr lang="fr-FR" sz="1600" kern="1200" dirty="0" err="1">
                <a:solidFill>
                  <a:srgbClr val="000000"/>
                </a:solidFill>
                <a:latin typeface="Times New Roman" panose="02020603050405020304" pitchFamily="18" charset="0"/>
              </a:rPr>
              <a:t>Overview</a:t>
            </a:r>
            <a:endParaRPr lang="fr-FR" sz="16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a:solidFill>
                  <a:srgbClr val="000000"/>
                </a:solidFill>
                <a:latin typeface="Times New Roman" panose="02020603050405020304" pitchFamily="18" charset="0"/>
              </a:rPr>
              <a:t>multinomial </a:t>
            </a:r>
            <a:r>
              <a:rPr lang="fr-FR" sz="1200" kern="1200" dirty="0" err="1">
                <a:solidFill>
                  <a:srgbClr val="000000"/>
                </a:solidFill>
                <a:latin typeface="Times New Roman" panose="02020603050405020304" pitchFamily="18" charset="0"/>
              </a:rPr>
              <a:t>logistic</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regression</a:t>
            </a:r>
            <a:endParaRPr lang="fr-FR" sz="12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solidFill>
                  <a:srgbClr val="000000"/>
                </a:solidFill>
                <a:latin typeface="Times New Roman" panose="02020603050405020304" pitchFamily="18" charset="0"/>
              </a:rPr>
              <a:t>Outcome</a:t>
            </a:r>
            <a:r>
              <a:rPr lang="fr-FR" sz="1200" kern="1200" dirty="0">
                <a:solidFill>
                  <a:srgbClr val="000000"/>
                </a:solidFill>
                <a:latin typeface="Times New Roman" panose="02020603050405020304" pitchFamily="18" charset="0"/>
              </a:rPr>
              <a:t>: OSA </a:t>
            </a:r>
            <a:r>
              <a:rPr lang="fr-FR" sz="1200" kern="1200" dirty="0" err="1">
                <a:solidFill>
                  <a:srgbClr val="000000"/>
                </a:solidFill>
                <a:latin typeface="Times New Roman" panose="02020603050405020304" pitchFamily="18" charset="0"/>
              </a:rPr>
              <a:t>category</a:t>
            </a:r>
            <a:r>
              <a:rPr lang="fr-FR" sz="1200" kern="1200" dirty="0">
                <a:solidFill>
                  <a:srgbClr val="000000"/>
                </a:solidFill>
                <a:latin typeface="Times New Roman" panose="02020603050405020304" pitchFamily="18" charset="0"/>
              </a:rPr>
              <a:t> (HS1–HS3). HS3 as </a:t>
            </a:r>
            <a:r>
              <a:rPr lang="fr-FR" sz="1200" kern="1200" dirty="0" err="1">
                <a:solidFill>
                  <a:srgbClr val="000000"/>
                </a:solidFill>
                <a:latin typeface="Times New Roman" panose="02020603050405020304" pitchFamily="18" charset="0"/>
              </a:rPr>
              <a:t>reference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category</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Severe</a:t>
            </a:r>
            <a:r>
              <a:rPr lang="fr-FR" sz="1200" kern="1200" dirty="0">
                <a:solidFill>
                  <a:srgbClr val="000000"/>
                </a:solidFill>
                <a:latin typeface="Times New Roman" panose="02020603050405020304" pitchFamily="18" charset="0"/>
              </a:rPr>
              <a:t> AHI). </a:t>
            </a:r>
            <a:r>
              <a:rPr lang="fr-FR" sz="1200" b="1" kern="1200" dirty="0" err="1">
                <a:solidFill>
                  <a:srgbClr val="000000"/>
                </a:solidFill>
                <a:latin typeface="Times New Roman" panose="02020603050405020304" pitchFamily="18" charset="0"/>
              </a:rPr>
              <a:t>Categories</a:t>
            </a:r>
            <a:r>
              <a:rPr lang="fr-FR" sz="1200" b="1" kern="1200" dirty="0">
                <a:solidFill>
                  <a:srgbClr val="000000"/>
                </a:solidFill>
                <a:latin typeface="Times New Roman" panose="02020603050405020304" pitchFamily="18" charset="0"/>
              </a:rPr>
              <a:t> </a:t>
            </a:r>
            <a:r>
              <a:rPr lang="fr-FR" sz="1200" b="1" kern="1200" dirty="0" err="1">
                <a:solidFill>
                  <a:srgbClr val="000000"/>
                </a:solidFill>
                <a:latin typeface="Times New Roman" panose="02020603050405020304" pitchFamily="18" charset="0"/>
              </a:rPr>
              <a:t>considered</a:t>
            </a:r>
            <a:r>
              <a:rPr lang="fr-FR" sz="1200" b="1" kern="1200" dirty="0">
                <a:solidFill>
                  <a:srgbClr val="000000"/>
                </a:solidFill>
                <a:latin typeface="Times New Roman" panose="02020603050405020304" pitchFamily="18" charset="0"/>
              </a:rPr>
              <a:t> nominal (not </a:t>
            </a:r>
            <a:r>
              <a:rPr lang="fr-FR" sz="1200" b="1" kern="1200" dirty="0" err="1">
                <a:solidFill>
                  <a:srgbClr val="000000"/>
                </a:solidFill>
                <a:latin typeface="Times New Roman" panose="02020603050405020304" pitchFamily="18" charset="0"/>
              </a:rPr>
              <a:t>ordered</a:t>
            </a:r>
            <a:r>
              <a:rPr lang="fr-FR" sz="1200" b="1" kern="1200" dirty="0">
                <a:solidFill>
                  <a:srgbClr val="000000"/>
                </a:solidFill>
                <a:latin typeface="Times New Roman" panose="02020603050405020304" pitchFamily="18" charset="0"/>
              </a:rPr>
              <a:t>)</a:t>
            </a: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solidFill>
                  <a:srgbClr val="000000"/>
                </a:solidFill>
                <a:latin typeface="Times New Roman" panose="02020603050405020304" pitchFamily="18" charset="0"/>
              </a:rPr>
              <a:t>Aimed</a:t>
            </a:r>
            <a:r>
              <a:rPr lang="fr-FR" sz="1200" kern="1200" dirty="0">
                <a:solidFill>
                  <a:srgbClr val="000000"/>
                </a:solidFill>
                <a:latin typeface="Times New Roman" panose="02020603050405020304" pitchFamily="18" charset="0"/>
              </a:rPr>
              <a:t> at </a:t>
            </a:r>
            <a:r>
              <a:rPr lang="fr-FR" sz="1200" kern="1200" dirty="0" err="1">
                <a:solidFill>
                  <a:srgbClr val="000000"/>
                </a:solidFill>
                <a:latin typeface="Times New Roman" panose="02020603050405020304" pitchFamily="18" charset="0"/>
              </a:rPr>
              <a:t>exploiring</a:t>
            </a:r>
            <a:r>
              <a:rPr lang="fr-FR" sz="1200" kern="1200" dirty="0">
                <a:solidFill>
                  <a:srgbClr val="000000"/>
                </a:solidFill>
                <a:latin typeface="Times New Roman" panose="02020603050405020304" pitchFamily="18" charset="0"/>
              </a:rPr>
              <a:t> the </a:t>
            </a:r>
            <a:r>
              <a:rPr lang="fr-FR" sz="1200" kern="1200" dirty="0" err="1">
                <a:solidFill>
                  <a:srgbClr val="000000"/>
                </a:solidFill>
                <a:latin typeface="Times New Roman" panose="02020603050405020304" pitchFamily="18" charset="0"/>
              </a:rPr>
              <a:t>the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relationship</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between</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two</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predictors</a:t>
            </a:r>
            <a:r>
              <a:rPr lang="fr-FR" sz="1200" kern="1200" dirty="0">
                <a:solidFill>
                  <a:srgbClr val="000000"/>
                </a:solidFill>
                <a:latin typeface="Times New Roman" panose="02020603050405020304" pitchFamily="18" charset="0"/>
              </a:rPr>
              <a:t> (BMI percentage change </a:t>
            </a:r>
            <a:r>
              <a:rPr lang="fr-FR" sz="1200" kern="1200" dirty="0" err="1">
                <a:solidFill>
                  <a:srgbClr val="000000"/>
                </a:solidFill>
                <a:latin typeface="Times New Roman" panose="02020603050405020304" pitchFamily="18" charset="0"/>
              </a:rPr>
              <a:t>centered</a:t>
            </a:r>
            <a:r>
              <a:rPr lang="fr-FR" sz="1200" kern="1200" dirty="0">
                <a:solidFill>
                  <a:srgbClr val="000000"/>
                </a:solidFill>
                <a:latin typeface="Times New Roman" panose="02020603050405020304" pitchFamily="18" charset="0"/>
              </a:rPr>
              <a:t> on the </a:t>
            </a:r>
            <a:r>
              <a:rPr lang="fr-FR" sz="1200" kern="1200" dirty="0" err="1">
                <a:solidFill>
                  <a:srgbClr val="000000"/>
                </a:solidFill>
                <a:latin typeface="Times New Roman" panose="02020603050405020304" pitchFamily="18" charset="0"/>
              </a:rPr>
              <a:t>mean</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continuous</a:t>
            </a:r>
            <a:r>
              <a:rPr lang="fr-FR" sz="1200" kern="1200" dirty="0">
                <a:solidFill>
                  <a:srgbClr val="000000"/>
                </a:solidFill>
                <a:latin typeface="Times New Roman" panose="02020603050405020304" pitchFamily="18" charset="0"/>
              </a:rPr>
              <a:t>) and </a:t>
            </a:r>
            <a:r>
              <a:rPr lang="fr-FR" sz="1200" kern="1200" dirty="0" err="1">
                <a:solidFill>
                  <a:srgbClr val="000000"/>
                </a:solidFill>
                <a:latin typeface="Times New Roman" panose="02020603050405020304" pitchFamily="18" charset="0"/>
              </a:rPr>
              <a:t>treatment</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categorical</a:t>
            </a:r>
            <a:r>
              <a:rPr lang="fr-FR" sz="1200" kern="1200" dirty="0">
                <a:solidFill>
                  <a:srgbClr val="000000"/>
                </a:solidFill>
                <a:latin typeface="Times New Roman" panose="02020603050405020304" pitchFamily="18" charset="0"/>
              </a:rPr>
              <a:t>)) and the AHI </a:t>
            </a:r>
            <a:r>
              <a:rPr lang="fr-FR" sz="1200" kern="1200" dirty="0" err="1">
                <a:solidFill>
                  <a:srgbClr val="000000"/>
                </a:solidFill>
                <a:latin typeface="Times New Roman" panose="02020603050405020304" pitchFamily="18" charset="0"/>
              </a:rPr>
              <a:t>category</a:t>
            </a:r>
            <a:endParaRPr lang="fr-FR" sz="1200" kern="1200" dirty="0">
              <a:solidFill>
                <a:srgbClr val="000000"/>
              </a:solidFill>
              <a:latin typeface="Times New Roman" panose="02020603050405020304" pitchFamily="18" charset="0"/>
            </a:endParaRPr>
          </a:p>
          <a:p>
            <a:pPr marL="708651" lvl="2" indent="-342900" defTabSz="914400" fontAlgn="base">
              <a:lnSpc>
                <a:spcPct val="100000"/>
              </a:lnSpc>
              <a:spcBef>
                <a:spcPct val="20000"/>
              </a:spcBef>
              <a:spcAft>
                <a:spcPct val="0"/>
              </a:spcAft>
              <a:buClr>
                <a:srgbClr val="D52B17"/>
              </a:buClr>
              <a:buFontTx/>
              <a:buChar char="•"/>
              <a:defRPr/>
            </a:pPr>
            <a:r>
              <a:rPr lang="fr-FR" sz="800" kern="1200" dirty="0" err="1">
                <a:solidFill>
                  <a:srgbClr val="000000"/>
                </a:solidFill>
                <a:latin typeface="Times New Roman" panose="02020603050405020304" pitchFamily="18" charset="0"/>
              </a:rPr>
              <a:t>Centering</a:t>
            </a:r>
            <a:r>
              <a:rPr lang="fr-FR" sz="800" kern="1200" dirty="0">
                <a:solidFill>
                  <a:srgbClr val="000000"/>
                </a:solidFill>
                <a:latin typeface="Times New Roman" panose="02020603050405020304" pitchFamily="18" charset="0"/>
              </a:rPr>
              <a:t> the BMI percentage change </a:t>
            </a:r>
            <a:r>
              <a:rPr lang="fr-FR" sz="800" kern="1200" dirty="0" err="1">
                <a:solidFill>
                  <a:srgbClr val="000000"/>
                </a:solidFill>
                <a:latin typeface="Times New Roman" panose="02020603050405020304" pitchFamily="18" charset="0"/>
              </a:rPr>
              <a:t>helps</a:t>
            </a:r>
            <a:r>
              <a:rPr lang="fr-FR" sz="800" kern="1200" dirty="0">
                <a:solidFill>
                  <a:srgbClr val="000000"/>
                </a:solidFill>
                <a:latin typeface="Times New Roman" panose="02020603050405020304" pitchFamily="18" charset="0"/>
              </a:rPr>
              <a:t> </a:t>
            </a:r>
            <a:r>
              <a:rPr lang="fr-FR" sz="800" kern="1200" dirty="0" err="1">
                <a:solidFill>
                  <a:srgbClr val="000000"/>
                </a:solidFill>
                <a:latin typeface="Times New Roman" panose="02020603050405020304" pitchFamily="18" charset="0"/>
              </a:rPr>
              <a:t>reduce</a:t>
            </a:r>
            <a:r>
              <a:rPr lang="fr-FR" sz="800" kern="1200" dirty="0">
                <a:solidFill>
                  <a:srgbClr val="000000"/>
                </a:solidFill>
                <a:latin typeface="Times New Roman" panose="02020603050405020304" pitchFamily="18" charset="0"/>
              </a:rPr>
              <a:t> </a:t>
            </a:r>
            <a:r>
              <a:rPr lang="fr-FR" sz="800" kern="1200" dirty="0" err="1">
                <a:solidFill>
                  <a:srgbClr val="000000"/>
                </a:solidFill>
                <a:latin typeface="Times New Roman" panose="02020603050405020304" pitchFamily="18" charset="0"/>
              </a:rPr>
              <a:t>multicollinearity</a:t>
            </a:r>
            <a:endParaRPr lang="fr-FR" sz="8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solidFill>
                  <a:srgbClr val="000000"/>
                </a:solidFill>
                <a:latin typeface="Times New Roman" panose="02020603050405020304" pitchFamily="18" charset="0"/>
              </a:rPr>
              <a:t>Incomplete</a:t>
            </a:r>
            <a:r>
              <a:rPr lang="fr-FR" sz="1200" kern="1200" dirty="0">
                <a:solidFill>
                  <a:srgbClr val="000000"/>
                </a:solidFill>
                <a:latin typeface="Times New Roman" panose="02020603050405020304" pitchFamily="18" charset="0"/>
              </a:rPr>
              <a:t> cases </a:t>
            </a:r>
            <a:r>
              <a:rPr lang="fr-FR" sz="1200" kern="1200" dirty="0" err="1">
                <a:solidFill>
                  <a:srgbClr val="000000"/>
                </a:solidFill>
                <a:latin typeface="Times New Roman" panose="02020603050405020304" pitchFamily="18" charset="0"/>
              </a:rPr>
              <a:t>were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excluded</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from</a:t>
            </a:r>
            <a:r>
              <a:rPr lang="fr-FR" sz="1200" kern="1200" dirty="0">
                <a:solidFill>
                  <a:srgbClr val="000000"/>
                </a:solidFill>
                <a:latin typeface="Times New Roman" panose="02020603050405020304" pitchFamily="18" charset="0"/>
              </a:rPr>
              <a:t> the model</a:t>
            </a:r>
            <a:endParaRPr lang="fr-FR" sz="16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fr-FR" sz="1600" kern="1200" dirty="0">
                <a:solidFill>
                  <a:srgbClr val="000000"/>
                </a:solidFill>
                <a:latin typeface="Times New Roman" panose="02020603050405020304" pitchFamily="18" charset="0"/>
              </a:rPr>
              <a:t>Model Structure</a:t>
            </a:r>
          </a:p>
          <a:p>
            <a:pPr marL="422910" lvl="1" indent="-285750" defTabSz="914400" fontAlgn="base">
              <a:lnSpc>
                <a:spcPct val="100000"/>
              </a:lnSpc>
              <a:spcBef>
                <a:spcPct val="20000"/>
              </a:spcBef>
              <a:spcAft>
                <a:spcPct val="0"/>
              </a:spcAft>
              <a:buClr>
                <a:srgbClr val="D52B17"/>
              </a:buClr>
              <a:buSzTx/>
              <a:defRPr/>
            </a:pPr>
            <a:r>
              <a:rPr lang="fr-FR" sz="1200" kern="1200" dirty="0" err="1">
                <a:solidFill>
                  <a:srgbClr val="000000"/>
                </a:solidFill>
                <a:latin typeface="Times New Roman" panose="02020603050405020304" pitchFamily="18" charset="0"/>
              </a:rPr>
              <a:t>Fixed</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effects</a:t>
            </a:r>
            <a:r>
              <a:rPr lang="fr-FR" sz="1200" kern="1200" dirty="0">
                <a:solidFill>
                  <a:srgbClr val="000000"/>
                </a:solidFill>
                <a:latin typeface="Times New Roman" panose="02020603050405020304" pitchFamily="18" charset="0"/>
              </a:rPr>
              <a:t>: BMI percent change (</a:t>
            </a:r>
            <a:r>
              <a:rPr lang="fr-FR" sz="1200" kern="1200" dirty="0" err="1">
                <a:solidFill>
                  <a:srgbClr val="000000"/>
                </a:solidFill>
                <a:latin typeface="Times New Roman" panose="02020603050405020304" pitchFamily="18" charset="0"/>
              </a:rPr>
              <a:t>centered</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Treatment</a:t>
            </a:r>
            <a:endParaRPr lang="fr-FR" sz="16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fr-FR" sz="1600" kern="1200" dirty="0" err="1">
                <a:solidFill>
                  <a:srgbClr val="000000"/>
                </a:solidFill>
                <a:latin typeface="Times New Roman" panose="02020603050405020304" pitchFamily="18" charset="0"/>
              </a:rPr>
              <a:t>Generalized</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Logit</a:t>
            </a:r>
            <a:r>
              <a:rPr lang="fr-FR" sz="1600" kern="1200" dirty="0">
                <a:solidFill>
                  <a:srgbClr val="000000"/>
                </a:solidFill>
                <a:latin typeface="Times New Roman" panose="02020603050405020304" pitchFamily="18" charset="0"/>
              </a:rPr>
              <a:t> Equations</a:t>
            </a: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a:solidFill>
                  <a:srgbClr val="000000"/>
                </a:solidFill>
                <a:latin typeface="Times New Roman" panose="02020603050405020304" pitchFamily="18" charset="0"/>
              </a:rPr>
              <a:t>For </a:t>
            </a:r>
            <a:r>
              <a:rPr lang="fr-FR" sz="1200" kern="1200" dirty="0" err="1">
                <a:solidFill>
                  <a:srgbClr val="000000"/>
                </a:solidFill>
                <a:latin typeface="Times New Roman" panose="02020603050405020304" pitchFamily="18" charset="0"/>
              </a:rPr>
              <a:t>each</a:t>
            </a:r>
            <a:r>
              <a:rPr lang="fr-FR" sz="1200" kern="1200" dirty="0">
                <a:solidFill>
                  <a:srgbClr val="000000"/>
                </a:solidFill>
                <a:latin typeface="Times New Roman" panose="02020603050405020304" pitchFamily="18" charset="0"/>
              </a:rPr>
              <a:t> non‑</a:t>
            </a:r>
            <a:r>
              <a:rPr lang="fr-FR" sz="1200" kern="1200" dirty="0" err="1">
                <a:solidFill>
                  <a:srgbClr val="000000"/>
                </a:solidFill>
                <a:latin typeface="Times New Roman" panose="02020603050405020304" pitchFamily="18" charset="0"/>
              </a:rPr>
              <a:t>reference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category</a:t>
            </a:r>
            <a:r>
              <a:rPr lang="fr-FR" sz="1200" kern="1200" dirty="0">
                <a:solidFill>
                  <a:srgbClr val="000000"/>
                </a:solidFill>
                <a:latin typeface="Times New Roman" panose="02020603050405020304" pitchFamily="18" charset="0"/>
              </a:rPr>
              <a:t> k:</a:t>
            </a:r>
          </a:p>
          <a:p>
            <a:pPr lvl="1" indent="0" defTabSz="914400" fontAlgn="base">
              <a:lnSpc>
                <a:spcPct val="100000"/>
              </a:lnSpc>
              <a:spcBef>
                <a:spcPct val="20000"/>
              </a:spcBef>
              <a:spcAft>
                <a:spcPct val="0"/>
              </a:spcAft>
              <a:buClr>
                <a:srgbClr val="D52B17"/>
              </a:buClr>
              <a:buSzTx/>
              <a:buNone/>
              <a:defRPr/>
            </a:pPr>
            <a:r>
              <a:rPr lang="fr-FR" sz="1200" kern="1200" dirty="0">
                <a:solidFill>
                  <a:srgbClr val="000000"/>
                </a:solidFill>
                <a:latin typeface="Times New Roman" panose="02020603050405020304" pitchFamily="18" charset="0"/>
              </a:rPr>
              <a:t>   </a:t>
            </a: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represents</a:t>
            </a:r>
            <a:r>
              <a:rPr lang="fr-FR" sz="1200" kern="1200" dirty="0">
                <a:solidFill>
                  <a:srgbClr val="000000"/>
                </a:solidFill>
                <a:latin typeface="Times New Roman" panose="02020603050405020304" pitchFamily="18" charset="0"/>
              </a:rPr>
              <a:t> the change in the log-</a:t>
            </a:r>
            <a:r>
              <a:rPr lang="fr-FR" sz="1200" kern="1200" dirty="0" err="1">
                <a:solidFill>
                  <a:srgbClr val="000000"/>
                </a:solidFill>
                <a:latin typeface="Times New Roman" panose="02020603050405020304" pitchFamily="18" charset="0"/>
              </a:rPr>
              <a:t>odds</a:t>
            </a:r>
            <a:r>
              <a:rPr lang="fr-FR" sz="1200" kern="1200" dirty="0">
                <a:solidFill>
                  <a:srgbClr val="000000"/>
                </a:solidFill>
                <a:latin typeface="Times New Roman" panose="02020603050405020304" pitchFamily="18" charset="0"/>
              </a:rPr>
              <a:t> of </a:t>
            </a:r>
            <a:r>
              <a:rPr lang="fr-FR" sz="1200" kern="1200" dirty="0" err="1">
                <a:solidFill>
                  <a:srgbClr val="000000"/>
                </a:solidFill>
                <a:latin typeface="Times New Roman" panose="02020603050405020304" pitchFamily="18" charset="0"/>
              </a:rPr>
              <a:t>being</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category</a:t>
            </a:r>
            <a:r>
              <a:rPr lang="fr-FR" sz="1200" kern="1200" dirty="0">
                <a:solidFill>
                  <a:srgbClr val="000000"/>
                </a:solidFill>
                <a:latin typeface="Times New Roman" panose="02020603050405020304" pitchFamily="18" charset="0"/>
              </a:rPr>
              <a:t> k vs </a:t>
            </a:r>
            <a:r>
              <a:rPr lang="fr-FR" sz="1200" kern="1200" dirty="0" err="1">
                <a:solidFill>
                  <a:srgbClr val="000000"/>
                </a:solidFill>
                <a:latin typeface="Times New Roman" panose="02020603050405020304" pitchFamily="18" charset="0"/>
              </a:rPr>
              <a:t>reference</a:t>
            </a:r>
            <a:r>
              <a:rPr lang="fr-FR" sz="1200" kern="1200" dirty="0">
                <a:solidFill>
                  <a:srgbClr val="000000"/>
                </a:solidFill>
                <a:latin typeface="Times New Roman" panose="02020603050405020304" pitchFamily="18" charset="0"/>
              </a:rPr>
              <a:t> for a one-unit </a:t>
            </a:r>
            <a:r>
              <a:rPr lang="fr-FR" sz="1200" kern="1200" dirty="0" err="1">
                <a:solidFill>
                  <a:srgbClr val="000000"/>
                </a:solidFill>
                <a:latin typeface="Times New Roman" panose="02020603050405020304" pitchFamily="18" charset="0"/>
              </a:rPr>
              <a:t>increase</a:t>
            </a:r>
            <a:r>
              <a:rPr lang="fr-FR" sz="1200" kern="1200" dirty="0">
                <a:solidFill>
                  <a:srgbClr val="000000"/>
                </a:solidFill>
                <a:latin typeface="Times New Roman" panose="02020603050405020304" pitchFamily="18" charset="0"/>
              </a:rPr>
              <a:t> in </a:t>
            </a:r>
            <a:r>
              <a:rPr lang="fr-FR" sz="1200" kern="1200" dirty="0" err="1">
                <a:solidFill>
                  <a:srgbClr val="000000"/>
                </a:solidFill>
                <a:latin typeface="Times New Roman" panose="02020603050405020304" pitchFamily="18" charset="0"/>
              </a:rPr>
              <a:t>bmi_pchg_centered</a:t>
            </a:r>
            <a:r>
              <a:rPr lang="fr-FR" sz="1200" kern="1200" dirty="0">
                <a:solidFill>
                  <a:srgbClr val="000000"/>
                </a:solidFill>
                <a:latin typeface="Times New Roman" panose="02020603050405020304" pitchFamily="18" charset="0"/>
              </a:rPr>
              <a:t>.</a:t>
            </a: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a:solidFill>
                  <a:srgbClr val="000000"/>
                </a:solidFill>
                <a:latin typeface="Times New Roman" panose="02020603050405020304" pitchFamily="18" charset="0"/>
              </a:rPr>
              <a:t>A </a:t>
            </a:r>
            <a:r>
              <a:rPr lang="fr-FR" sz="1200" kern="1200" dirty="0" err="1">
                <a:solidFill>
                  <a:srgbClr val="000000"/>
                </a:solidFill>
                <a:latin typeface="Times New Roman" panose="02020603050405020304" pitchFamily="18" charset="0"/>
              </a:rPr>
              <a:t>negative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means</a:t>
            </a:r>
            <a:r>
              <a:rPr lang="fr-FR" sz="1200" kern="1200" dirty="0">
                <a:solidFill>
                  <a:srgbClr val="000000"/>
                </a:solidFill>
                <a:latin typeface="Times New Roman" panose="02020603050405020304" pitchFamily="18" charset="0"/>
              </a:rPr>
              <a:t> the </a:t>
            </a:r>
            <a:r>
              <a:rPr lang="fr-FR" sz="1200" kern="1200" dirty="0" err="1">
                <a:solidFill>
                  <a:srgbClr val="000000"/>
                </a:solidFill>
                <a:latin typeface="Times New Roman" panose="02020603050405020304" pitchFamily="18" charset="0"/>
              </a:rPr>
              <a:t>treatment</a:t>
            </a:r>
            <a:r>
              <a:rPr lang="fr-FR" sz="1200" kern="1200" dirty="0">
                <a:solidFill>
                  <a:srgbClr val="000000"/>
                </a:solidFill>
                <a:latin typeface="Times New Roman" panose="02020603050405020304" pitchFamily="18" charset="0"/>
              </a:rPr>
              <a:t> group  </a:t>
            </a:r>
            <a:r>
              <a:rPr lang="fr-FR" sz="1200" kern="1200" dirty="0" err="1">
                <a:solidFill>
                  <a:srgbClr val="000000"/>
                </a:solidFill>
                <a:latin typeface="Times New Roman" panose="02020603050405020304" pitchFamily="18" charset="0"/>
              </a:rPr>
              <a:t>is</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less</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likely</a:t>
            </a:r>
            <a:r>
              <a:rPr lang="fr-FR" sz="1200" kern="1200" dirty="0">
                <a:solidFill>
                  <a:srgbClr val="000000"/>
                </a:solidFill>
                <a:latin typeface="Times New Roman" panose="02020603050405020304" pitchFamily="18" charset="0"/>
              </a:rPr>
              <a:t> to </a:t>
            </a:r>
            <a:r>
              <a:rPr lang="fr-FR" sz="1200" kern="1200" dirty="0" err="1">
                <a:solidFill>
                  <a:srgbClr val="000000"/>
                </a:solidFill>
                <a:latin typeface="Times New Roman" panose="02020603050405020304" pitchFamily="18" charset="0"/>
              </a:rPr>
              <a:t>be</a:t>
            </a:r>
            <a:r>
              <a:rPr lang="fr-FR" sz="1200" kern="1200" dirty="0">
                <a:solidFill>
                  <a:srgbClr val="000000"/>
                </a:solidFill>
                <a:latin typeface="Times New Roman" panose="02020603050405020304" pitchFamily="18" charset="0"/>
              </a:rPr>
              <a:t> in </a:t>
            </a:r>
            <a:r>
              <a:rPr lang="fr-FR" sz="1200" kern="1200" dirty="0" err="1">
                <a:solidFill>
                  <a:srgbClr val="000000"/>
                </a:solidFill>
                <a:latin typeface="Times New Roman" panose="02020603050405020304" pitchFamily="18" charset="0"/>
              </a:rPr>
              <a:t>category</a:t>
            </a:r>
            <a:r>
              <a:rPr lang="fr-FR" sz="1200" kern="1200" dirty="0">
                <a:solidFill>
                  <a:srgbClr val="000000"/>
                </a:solidFill>
                <a:latin typeface="Times New Roman" panose="02020603050405020304" pitchFamily="18" charset="0"/>
              </a:rPr>
              <a:t> k relative to the </a:t>
            </a:r>
            <a:r>
              <a:rPr lang="fr-FR" sz="1200" kern="1200" dirty="0" err="1">
                <a:solidFill>
                  <a:srgbClr val="000000"/>
                </a:solidFill>
                <a:latin typeface="Times New Roman" panose="02020603050405020304" pitchFamily="18" charset="0"/>
              </a:rPr>
              <a:t>reference</a:t>
            </a:r>
            <a:r>
              <a:rPr lang="fr-FR" sz="1200" kern="1200" dirty="0">
                <a:solidFill>
                  <a:srgbClr val="000000"/>
                </a:solidFill>
                <a:latin typeface="Times New Roman" panose="02020603050405020304" pitchFamily="18" charset="0"/>
              </a:rPr>
              <a:t> group.</a:t>
            </a: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solidFill>
                  <a:srgbClr val="000000"/>
                </a:solidFill>
                <a:latin typeface="Times New Roman" panose="02020603050405020304" pitchFamily="18" charset="0"/>
              </a:rPr>
              <a:t>Exponentiating</a:t>
            </a:r>
            <a:r>
              <a:rPr lang="fr-FR" sz="1200" kern="1200" dirty="0">
                <a:solidFill>
                  <a:srgbClr val="000000"/>
                </a:solidFill>
                <a:latin typeface="Times New Roman" panose="02020603050405020304" pitchFamily="18" charset="0"/>
              </a:rPr>
              <a:t> coefficients </a:t>
            </a:r>
            <a:r>
              <a:rPr lang="fr-FR" sz="1200" kern="1200" dirty="0" err="1">
                <a:solidFill>
                  <a:srgbClr val="000000"/>
                </a:solidFill>
                <a:latin typeface="Times New Roman" panose="02020603050405020304" pitchFamily="18" charset="0"/>
              </a:rPr>
              <a:t>yields</a:t>
            </a:r>
            <a:r>
              <a:rPr lang="fr-FR" sz="1200" kern="1200" dirty="0">
                <a:solidFill>
                  <a:srgbClr val="000000"/>
                </a:solidFill>
                <a:latin typeface="Times New Roman" panose="02020603050405020304" pitchFamily="18" charset="0"/>
              </a:rPr>
              <a:t> relative </a:t>
            </a:r>
            <a:r>
              <a:rPr lang="fr-FR" sz="1200" kern="1200" dirty="0" err="1">
                <a:solidFill>
                  <a:srgbClr val="000000"/>
                </a:solidFill>
                <a:latin typeface="Times New Roman" panose="02020603050405020304" pitchFamily="18" charset="0"/>
              </a:rPr>
              <a:t>risk</a:t>
            </a:r>
            <a:r>
              <a:rPr lang="fr-FR" sz="1200" kern="1200" dirty="0">
                <a:solidFill>
                  <a:srgbClr val="000000"/>
                </a:solidFill>
                <a:latin typeface="Times New Roman" panose="02020603050405020304" pitchFamily="18" charset="0"/>
              </a:rPr>
              <a:t> ratios, more </a:t>
            </a:r>
            <a:r>
              <a:rPr lang="fr-FR" sz="1200" kern="1200" dirty="0" err="1">
                <a:solidFill>
                  <a:srgbClr val="000000"/>
                </a:solidFill>
                <a:latin typeface="Times New Roman" panose="02020603050405020304" pitchFamily="18" charset="0"/>
              </a:rPr>
              <a:t>interpretable</a:t>
            </a:r>
            <a:r>
              <a:rPr lang="fr-FR" sz="1200" kern="1200" dirty="0">
                <a:solidFill>
                  <a:srgbClr val="000000"/>
                </a:solidFill>
                <a:latin typeface="Times New Roman" panose="02020603050405020304" pitchFamily="18" charset="0"/>
              </a:rPr>
              <a:t> If         =1.20, </a:t>
            </a:r>
            <a:r>
              <a:rPr lang="fr-FR" sz="1200" kern="1200" dirty="0" err="1">
                <a:solidFill>
                  <a:srgbClr val="000000"/>
                </a:solidFill>
                <a:latin typeface="Times New Roman" panose="02020603050405020304" pitchFamily="18" charset="0"/>
              </a:rPr>
              <a:t>then</a:t>
            </a:r>
            <a:r>
              <a:rPr lang="fr-FR" sz="1200" kern="1200" dirty="0">
                <a:solidFill>
                  <a:srgbClr val="000000"/>
                </a:solidFill>
                <a:latin typeface="Times New Roman" panose="02020603050405020304" pitchFamily="18" charset="0"/>
              </a:rPr>
              <a:t> a one-unit </a:t>
            </a:r>
            <a:r>
              <a:rPr lang="fr-FR" sz="1200" kern="1200" dirty="0" err="1">
                <a:solidFill>
                  <a:srgbClr val="000000"/>
                </a:solidFill>
                <a:latin typeface="Times New Roman" panose="02020603050405020304" pitchFamily="18" charset="0"/>
              </a:rPr>
              <a:t>increase</a:t>
            </a:r>
            <a:r>
              <a:rPr lang="fr-FR" sz="1200" kern="1200" dirty="0">
                <a:solidFill>
                  <a:srgbClr val="000000"/>
                </a:solidFill>
                <a:latin typeface="Times New Roman" panose="02020603050405020304" pitchFamily="18" charset="0"/>
              </a:rPr>
              <a:t> in BMI </a:t>
            </a:r>
            <a:r>
              <a:rPr lang="fr-FR" sz="1200" kern="1200" dirty="0" err="1">
                <a:solidFill>
                  <a:srgbClr val="000000"/>
                </a:solidFill>
                <a:latin typeface="Times New Roman" panose="02020603050405020304" pitchFamily="18" charset="0"/>
              </a:rPr>
              <a:t>pcercent</a:t>
            </a:r>
            <a:r>
              <a:rPr lang="fr-FR" sz="1200" kern="1200" dirty="0">
                <a:solidFill>
                  <a:srgbClr val="000000"/>
                </a:solidFill>
                <a:latin typeface="Times New Roman" panose="02020603050405020304" pitchFamily="18" charset="0"/>
              </a:rPr>
              <a:t> change </a:t>
            </a:r>
            <a:r>
              <a:rPr lang="fr-FR" sz="1200" kern="1200" dirty="0" err="1">
                <a:solidFill>
                  <a:srgbClr val="000000"/>
                </a:solidFill>
                <a:latin typeface="Times New Roman" panose="02020603050405020304" pitchFamily="18" charset="0"/>
              </a:rPr>
              <a:t>increases</a:t>
            </a:r>
            <a:r>
              <a:rPr lang="fr-FR" sz="1200" kern="1200" dirty="0">
                <a:solidFill>
                  <a:srgbClr val="000000"/>
                </a:solidFill>
                <a:latin typeface="Times New Roman" panose="02020603050405020304" pitchFamily="18" charset="0"/>
              </a:rPr>
              <a:t> the relative </a:t>
            </a:r>
            <a:r>
              <a:rPr lang="fr-FR" sz="1200" kern="1200" dirty="0" err="1">
                <a:solidFill>
                  <a:srgbClr val="000000"/>
                </a:solidFill>
                <a:latin typeface="Times New Roman" panose="02020603050405020304" pitchFamily="18" charset="0"/>
              </a:rPr>
              <a:t>risk</a:t>
            </a:r>
            <a:r>
              <a:rPr lang="fr-FR" sz="1200" kern="1200" dirty="0">
                <a:solidFill>
                  <a:srgbClr val="000000"/>
                </a:solidFill>
                <a:latin typeface="Times New Roman" panose="02020603050405020304" pitchFamily="18" charset="0"/>
              </a:rPr>
              <a:t> of </a:t>
            </a:r>
            <a:r>
              <a:rPr lang="fr-FR" sz="1200" kern="1200" dirty="0" err="1">
                <a:solidFill>
                  <a:srgbClr val="000000"/>
                </a:solidFill>
                <a:latin typeface="Times New Roman" panose="02020603050405020304" pitchFamily="18" charset="0"/>
              </a:rPr>
              <a:t>being</a:t>
            </a:r>
            <a:r>
              <a:rPr lang="fr-FR" sz="1200" kern="1200" dirty="0">
                <a:solidFill>
                  <a:srgbClr val="000000"/>
                </a:solidFill>
                <a:latin typeface="Times New Roman" panose="02020603050405020304" pitchFamily="18" charset="0"/>
              </a:rPr>
              <a:t> in </a:t>
            </a:r>
            <a:r>
              <a:rPr lang="fr-FR" sz="1200" kern="1200" dirty="0" err="1">
                <a:solidFill>
                  <a:srgbClr val="000000"/>
                </a:solidFill>
                <a:latin typeface="Times New Roman" panose="02020603050405020304" pitchFamily="18" charset="0"/>
              </a:rPr>
              <a:t>category</a:t>
            </a:r>
            <a:r>
              <a:rPr lang="fr-FR" sz="1200" kern="1200" dirty="0">
                <a:solidFill>
                  <a:srgbClr val="000000"/>
                </a:solidFill>
                <a:latin typeface="Times New Roman" panose="02020603050405020304" pitchFamily="18" charset="0"/>
              </a:rPr>
              <a:t> k (vs </a:t>
            </a:r>
            <a:r>
              <a:rPr lang="fr-FR" sz="1200" kern="1200" dirty="0" err="1">
                <a:solidFill>
                  <a:srgbClr val="000000"/>
                </a:solidFill>
                <a:latin typeface="Times New Roman" panose="02020603050405020304" pitchFamily="18" charset="0"/>
              </a:rPr>
              <a:t>reference</a:t>
            </a:r>
            <a:r>
              <a:rPr lang="fr-FR" sz="1200" kern="1200" dirty="0">
                <a:solidFill>
                  <a:srgbClr val="000000"/>
                </a:solidFill>
                <a:latin typeface="Times New Roman" panose="02020603050405020304" pitchFamily="18" charset="0"/>
              </a:rPr>
              <a:t>) by 20%.</a:t>
            </a:r>
          </a:p>
          <a:p>
            <a:pPr marL="342900" indent="-342900" defTabSz="914400" fontAlgn="base">
              <a:lnSpc>
                <a:spcPct val="100000"/>
              </a:lnSpc>
              <a:spcBef>
                <a:spcPct val="20000"/>
              </a:spcBef>
              <a:spcAft>
                <a:spcPct val="0"/>
              </a:spcAft>
              <a:buClr>
                <a:srgbClr val="D52B17"/>
              </a:buClr>
              <a:buSzTx/>
              <a:buFontTx/>
              <a:buChar char="•"/>
              <a:defRPr/>
            </a:pPr>
            <a:endParaRPr lang="fr-FR" sz="16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endParaRPr lang="fr-FR" sz="1600" kern="1200" dirty="0">
              <a:solidFill>
                <a:srgbClr val="000000"/>
              </a:solidFill>
              <a:latin typeface="Times New Roman" panose="02020603050405020304" pitchFamily="18" charset="0"/>
            </a:endParaRPr>
          </a:p>
        </p:txBody>
      </p:sp>
      <p:sp>
        <p:nvSpPr>
          <p:cNvPr id="9" name="TextBox 8">
            <a:extLst>
              <a:ext uri="{FF2B5EF4-FFF2-40B4-BE49-F238E27FC236}">
                <a16:creationId xmlns:a16="http://schemas.microsoft.com/office/drawing/2014/main" id="{52F590D9-C7B4-A2EA-3DDF-C79A62D77D1E}"/>
              </a:ext>
            </a:extLst>
          </p:cNvPr>
          <p:cNvSpPr txBox="1"/>
          <p:nvPr/>
        </p:nvSpPr>
        <p:spPr>
          <a:xfrm>
            <a:off x="609600" y="4909806"/>
            <a:ext cx="6096000" cy="1446550"/>
          </a:xfrm>
          <a:prstGeom prst="rect">
            <a:avLst/>
          </a:prstGeom>
          <a:noFill/>
        </p:spPr>
        <p:txBody>
          <a:bodyPr wrap="square">
            <a:spAutoFit/>
          </a:bodyPr>
          <a:lstStyle/>
          <a:p>
            <a:pPr marL="342900" indent="-342900" defTabSz="914400" fontAlgn="base">
              <a:lnSpc>
                <a:spcPct val="100000"/>
              </a:lnSpc>
              <a:spcBef>
                <a:spcPct val="20000"/>
              </a:spcBef>
              <a:spcAft>
                <a:spcPct val="0"/>
              </a:spcAft>
              <a:buClr>
                <a:srgbClr val="D52B17"/>
              </a:buClr>
              <a:buSzTx/>
              <a:buFontTx/>
              <a:buChar char="•"/>
              <a:defRPr/>
            </a:pPr>
            <a:r>
              <a:rPr lang="fr-FR" sz="1600" kern="1200" dirty="0" err="1">
                <a:solidFill>
                  <a:srgbClr val="000000"/>
                </a:solidFill>
                <a:latin typeface="Times New Roman" panose="02020603050405020304" pitchFamily="18" charset="0"/>
              </a:rPr>
              <a:t>Multinomal</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predicted</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probabilities</a:t>
            </a:r>
            <a:endParaRPr lang="fr-FR" sz="16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a:solidFill>
                  <a:srgbClr val="000000"/>
                </a:solidFill>
                <a:latin typeface="Times New Roman" panose="02020603050405020304" pitchFamily="18" charset="0"/>
              </a:rPr>
              <a:t>For </a:t>
            </a:r>
            <a:r>
              <a:rPr lang="fr-FR" sz="1200" kern="1200" dirty="0" err="1">
                <a:solidFill>
                  <a:srgbClr val="000000"/>
                </a:solidFill>
                <a:latin typeface="Times New Roman" panose="02020603050405020304" pitchFamily="18" charset="0"/>
              </a:rPr>
              <a:t>each</a:t>
            </a:r>
            <a:r>
              <a:rPr lang="fr-FR" sz="1200" kern="1200" dirty="0">
                <a:latin typeface="Times New Roman" panose="02020603050405020304" pitchFamily="18" charset="0"/>
              </a:rPr>
              <a:t> non </a:t>
            </a:r>
            <a:r>
              <a:rPr lang="fr-FR" sz="1200" kern="1200" dirty="0" err="1">
                <a:latin typeface="Times New Roman" panose="02020603050405020304" pitchFamily="18" charset="0"/>
              </a:rPr>
              <a:t>reference</a:t>
            </a:r>
            <a:r>
              <a:rPr lang="fr-FR" sz="1200" kern="1200" dirty="0">
                <a:latin typeface="Times New Roman" panose="02020603050405020304" pitchFamily="18" charset="0"/>
              </a:rPr>
              <a:t> </a:t>
            </a:r>
            <a:r>
              <a:rPr lang="fr-FR" sz="1200" kern="1200" dirty="0" err="1">
                <a:latin typeface="Times New Roman" panose="02020603050405020304" pitchFamily="18" charset="0"/>
              </a:rPr>
              <a:t>category</a:t>
            </a:r>
            <a:r>
              <a:rPr lang="fr-FR" sz="1200" kern="1200" dirty="0">
                <a:latin typeface="Times New Roman" panose="02020603050405020304" pitchFamily="18" charset="0"/>
              </a:rPr>
              <a:t>, the model  </a:t>
            </a:r>
            <a:r>
              <a:rPr lang="fr-FR" sz="1200" kern="1200" dirty="0" err="1">
                <a:latin typeface="Times New Roman" panose="02020603050405020304" pitchFamily="18" charset="0"/>
              </a:rPr>
              <a:t>computes</a:t>
            </a:r>
            <a:r>
              <a:rPr lang="fr-FR" sz="1200" kern="1200" dirty="0">
                <a:latin typeface="Times New Roman" panose="02020603050405020304" pitchFamily="18" charset="0"/>
              </a:rPr>
              <a:t> the </a:t>
            </a:r>
            <a:r>
              <a:rPr lang="fr-FR" sz="1200" kern="1200" dirty="0" err="1">
                <a:latin typeface="Times New Roman" panose="02020603050405020304" pitchFamily="18" charset="0"/>
              </a:rPr>
              <a:t>linear</a:t>
            </a:r>
            <a:r>
              <a:rPr lang="fr-FR" sz="1200" kern="1200" dirty="0">
                <a:latin typeface="Times New Roman" panose="02020603050405020304" pitchFamily="18" charset="0"/>
              </a:rPr>
              <a:t> </a:t>
            </a:r>
            <a:r>
              <a:rPr lang="fr-FR" sz="1200" kern="1200" dirty="0" err="1">
                <a:latin typeface="Times New Roman" panose="02020603050405020304" pitchFamily="18" charset="0"/>
              </a:rPr>
              <a:t>predictor</a:t>
            </a:r>
            <a:endParaRPr lang="fr-FR" sz="12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endParaRPr lang="fr-FR" sz="12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solidFill>
                  <a:srgbClr val="000000"/>
                </a:solidFill>
                <a:latin typeface="Times New Roman" panose="02020603050405020304" pitchFamily="18" charset="0"/>
              </a:rPr>
              <a:t>These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predictors</a:t>
            </a:r>
            <a:r>
              <a:rPr lang="fr-FR" sz="1200" kern="1200" dirty="0">
                <a:solidFill>
                  <a:srgbClr val="000000"/>
                </a:solidFill>
                <a:latin typeface="Times New Roman" panose="02020603050405020304" pitchFamily="18" charset="0"/>
              </a:rPr>
              <a:t> can </a:t>
            </a:r>
            <a:r>
              <a:rPr lang="fr-FR" sz="1200" kern="1200" dirty="0" err="1">
                <a:solidFill>
                  <a:srgbClr val="000000"/>
                </a:solidFill>
                <a:latin typeface="Times New Roman" panose="02020603050405020304" pitchFamily="18" charset="0"/>
              </a:rPr>
              <a:t>be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transformed</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inprobabilities</a:t>
            </a:r>
            <a:r>
              <a:rPr lang="fr-FR" sz="1200" kern="1200" dirty="0">
                <a:solidFill>
                  <a:srgbClr val="000000"/>
                </a:solidFill>
                <a:latin typeface="Times New Roman" panose="02020603050405020304" pitchFamily="18" charset="0"/>
              </a:rPr>
              <a:t> for  </a:t>
            </a:r>
            <a:r>
              <a:rPr lang="fr-FR" sz="1200" kern="1200" dirty="0" err="1">
                <a:solidFill>
                  <a:srgbClr val="000000"/>
                </a:solidFill>
                <a:latin typeface="Times New Roman" panose="02020603050405020304" pitchFamily="18" charset="0"/>
              </a:rPr>
              <a:t>k≠reference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category</a:t>
            </a:r>
            <a:r>
              <a:rPr lang="fr-FR" sz="1200" kern="1200" dirty="0">
                <a:solidFill>
                  <a:srgbClr val="000000"/>
                </a:solidFill>
                <a:latin typeface="Times New Roman" panose="02020603050405020304" pitchFamily="18" charset="0"/>
              </a:rPr>
              <a:t>:</a:t>
            </a:r>
          </a:p>
          <a:p>
            <a:pPr marL="480060" lvl="1" indent="-342900" defTabSz="914400" fontAlgn="base">
              <a:lnSpc>
                <a:spcPct val="100000"/>
              </a:lnSpc>
              <a:spcBef>
                <a:spcPct val="20000"/>
              </a:spcBef>
              <a:spcAft>
                <a:spcPct val="0"/>
              </a:spcAft>
              <a:buClr>
                <a:srgbClr val="D52B17"/>
              </a:buClr>
              <a:buSzTx/>
              <a:buFontTx/>
              <a:buChar char="•"/>
              <a:defRPr/>
            </a:pPr>
            <a:endParaRPr lang="fr-FR" sz="12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latin typeface="Times New Roman" panose="02020603050405020304" pitchFamily="18" charset="0"/>
              </a:rPr>
              <a:t>Numerator</a:t>
            </a:r>
            <a:r>
              <a:rPr lang="fr-FR" sz="1200" kern="1200" dirty="0">
                <a:latin typeface="Times New Roman" panose="02020603050405020304" pitchFamily="18" charset="0"/>
              </a:rPr>
              <a:t> </a:t>
            </a:r>
            <a:r>
              <a:rPr lang="fr-FR" sz="1200" kern="1200" dirty="0" err="1">
                <a:latin typeface="Times New Roman" panose="02020603050405020304" pitchFamily="18" charset="0"/>
              </a:rPr>
              <a:t>becomes</a:t>
            </a:r>
            <a:r>
              <a:rPr lang="fr-FR" sz="1200" kern="1200" dirty="0">
                <a:latin typeface="Times New Roman" panose="02020603050405020304" pitchFamily="18" charset="0"/>
              </a:rPr>
              <a:t> 1 for the </a:t>
            </a:r>
            <a:r>
              <a:rPr lang="fr-FR" sz="1200" kern="1200" dirty="0" err="1">
                <a:latin typeface="Times New Roman" panose="02020603050405020304" pitchFamily="18" charset="0"/>
              </a:rPr>
              <a:t>reference</a:t>
            </a:r>
            <a:r>
              <a:rPr lang="fr-FR" sz="1200" kern="1200" dirty="0">
                <a:latin typeface="Times New Roman" panose="02020603050405020304" pitchFamily="18" charset="0"/>
              </a:rPr>
              <a:t> </a:t>
            </a:r>
            <a:r>
              <a:rPr lang="fr-FR" sz="1200" kern="1200" dirty="0" err="1">
                <a:latin typeface="Times New Roman" panose="02020603050405020304" pitchFamily="18" charset="0"/>
              </a:rPr>
              <a:t>category</a:t>
            </a:r>
            <a:endParaRPr lang="fr-FR" sz="1200" kern="1200" dirty="0">
              <a:solidFill>
                <a:srgbClr val="000000"/>
              </a:solidFill>
              <a:latin typeface="Times New Roman" panose="02020603050405020304" pitchFamily="18" charset="0"/>
            </a:endParaRPr>
          </a:p>
        </p:txBody>
      </p:sp>
      <p:sp>
        <p:nvSpPr>
          <p:cNvPr id="17" name="TextBox 16">
            <a:extLst>
              <a:ext uri="{FF2B5EF4-FFF2-40B4-BE49-F238E27FC236}">
                <a16:creationId xmlns:a16="http://schemas.microsoft.com/office/drawing/2014/main" id="{98ADBAD1-D058-4C0B-4673-4746ED1E7F7B}"/>
              </a:ext>
            </a:extLst>
          </p:cNvPr>
          <p:cNvSpPr txBox="1"/>
          <p:nvPr/>
        </p:nvSpPr>
        <p:spPr>
          <a:xfrm>
            <a:off x="9889588" y="6510528"/>
            <a:ext cx="209217" cy="45719"/>
          </a:xfrm>
          <a:prstGeom prst="rect">
            <a:avLst/>
          </a:prstGeom>
          <a:noFill/>
        </p:spPr>
        <p:txBody>
          <a:bodyPr wrap="square" lIns="0" tIns="0" rIns="0" bIns="0" rtlCol="0">
            <a:noAutofit/>
          </a:bodyPr>
          <a:lstStyle/>
          <a:p>
            <a:pPr algn="l">
              <a:lnSpc>
                <a:spcPct val="90000"/>
              </a:lnSpc>
            </a:pPr>
            <a:endParaRPr lang="en-US" sz="1800" dirty="0">
              <a:latin typeface="+mn-lt"/>
            </a:endParaRPr>
          </a:p>
        </p:txBody>
      </p:sp>
      <p:pic>
        <p:nvPicPr>
          <p:cNvPr id="15" name="Picture 14">
            <a:extLst>
              <a:ext uri="{FF2B5EF4-FFF2-40B4-BE49-F238E27FC236}">
                <a16:creationId xmlns:a16="http://schemas.microsoft.com/office/drawing/2014/main" id="{591B800E-F7E0-A8EE-BBDD-8EF8D890BF45}"/>
              </a:ext>
            </a:extLst>
          </p:cNvPr>
          <p:cNvPicPr>
            <a:picLocks noChangeAspect="1"/>
          </p:cNvPicPr>
          <p:nvPr/>
        </p:nvPicPr>
        <p:blipFill>
          <a:blip r:embed="rId3"/>
          <a:stretch>
            <a:fillRect/>
          </a:stretch>
        </p:blipFill>
        <p:spPr>
          <a:xfrm>
            <a:off x="1199636" y="3998928"/>
            <a:ext cx="304800" cy="266700"/>
          </a:xfrm>
          <a:prstGeom prst="rect">
            <a:avLst/>
          </a:prstGeom>
        </p:spPr>
      </p:pic>
      <p:pic>
        <p:nvPicPr>
          <p:cNvPr id="19" name="Picture 18">
            <a:extLst>
              <a:ext uri="{FF2B5EF4-FFF2-40B4-BE49-F238E27FC236}">
                <a16:creationId xmlns:a16="http://schemas.microsoft.com/office/drawing/2014/main" id="{5944BE93-86EA-EAD2-FDC1-2FC1885BC821}"/>
              </a:ext>
            </a:extLst>
          </p:cNvPr>
          <p:cNvPicPr>
            <a:picLocks noChangeAspect="1"/>
          </p:cNvPicPr>
          <p:nvPr/>
        </p:nvPicPr>
        <p:blipFill>
          <a:blip r:embed="rId4"/>
          <a:stretch>
            <a:fillRect/>
          </a:stretch>
        </p:blipFill>
        <p:spPr>
          <a:xfrm>
            <a:off x="1964607" y="4292948"/>
            <a:ext cx="257175" cy="276225"/>
          </a:xfrm>
          <a:prstGeom prst="rect">
            <a:avLst/>
          </a:prstGeom>
        </p:spPr>
      </p:pic>
      <p:pic>
        <p:nvPicPr>
          <p:cNvPr id="22" name="Picture 21">
            <a:extLst>
              <a:ext uri="{FF2B5EF4-FFF2-40B4-BE49-F238E27FC236}">
                <a16:creationId xmlns:a16="http://schemas.microsoft.com/office/drawing/2014/main" id="{8664EDAC-F3B6-86F9-EA5C-9EC08A8C8B67}"/>
              </a:ext>
            </a:extLst>
          </p:cNvPr>
          <p:cNvPicPr>
            <a:picLocks noChangeAspect="1"/>
          </p:cNvPicPr>
          <p:nvPr/>
        </p:nvPicPr>
        <p:blipFill>
          <a:blip r:embed="rId5"/>
          <a:stretch>
            <a:fillRect/>
          </a:stretch>
        </p:blipFill>
        <p:spPr>
          <a:xfrm>
            <a:off x="5948361" y="4525764"/>
            <a:ext cx="295275" cy="228600"/>
          </a:xfrm>
          <a:prstGeom prst="rect">
            <a:avLst/>
          </a:prstGeom>
        </p:spPr>
      </p:pic>
      <p:pic>
        <p:nvPicPr>
          <p:cNvPr id="8" name="Picture 7">
            <a:extLst>
              <a:ext uri="{FF2B5EF4-FFF2-40B4-BE49-F238E27FC236}">
                <a16:creationId xmlns:a16="http://schemas.microsoft.com/office/drawing/2014/main" id="{0D7C7E46-47AD-06CD-9F3B-34560E5188C8}"/>
              </a:ext>
            </a:extLst>
          </p:cNvPr>
          <p:cNvPicPr>
            <a:picLocks noChangeAspect="1"/>
          </p:cNvPicPr>
          <p:nvPr/>
        </p:nvPicPr>
        <p:blipFill>
          <a:blip r:embed="rId6"/>
          <a:stretch>
            <a:fillRect/>
          </a:stretch>
        </p:blipFill>
        <p:spPr>
          <a:xfrm>
            <a:off x="3431457" y="3541060"/>
            <a:ext cx="5305425" cy="542925"/>
          </a:xfrm>
          <a:prstGeom prst="rect">
            <a:avLst/>
          </a:prstGeom>
        </p:spPr>
      </p:pic>
      <p:pic>
        <p:nvPicPr>
          <p:cNvPr id="16" name="Picture 15">
            <a:extLst>
              <a:ext uri="{FF2B5EF4-FFF2-40B4-BE49-F238E27FC236}">
                <a16:creationId xmlns:a16="http://schemas.microsoft.com/office/drawing/2014/main" id="{2DB4EE50-CEEA-C35B-8979-94BEDB8750BD}"/>
              </a:ext>
            </a:extLst>
          </p:cNvPr>
          <p:cNvPicPr>
            <a:picLocks noChangeAspect="1"/>
          </p:cNvPicPr>
          <p:nvPr/>
        </p:nvPicPr>
        <p:blipFill>
          <a:blip r:embed="rId7"/>
          <a:stretch>
            <a:fillRect/>
          </a:stretch>
        </p:blipFill>
        <p:spPr>
          <a:xfrm>
            <a:off x="5767197" y="5169856"/>
            <a:ext cx="4057650" cy="352425"/>
          </a:xfrm>
          <a:prstGeom prst="rect">
            <a:avLst/>
          </a:prstGeom>
        </p:spPr>
      </p:pic>
      <p:pic>
        <p:nvPicPr>
          <p:cNvPr id="20" name="Picture 19">
            <a:extLst>
              <a:ext uri="{FF2B5EF4-FFF2-40B4-BE49-F238E27FC236}">
                <a16:creationId xmlns:a16="http://schemas.microsoft.com/office/drawing/2014/main" id="{7F570F7C-E357-13B2-3587-FCDAE9435FFE}"/>
              </a:ext>
            </a:extLst>
          </p:cNvPr>
          <p:cNvPicPr>
            <a:picLocks noChangeAspect="1"/>
          </p:cNvPicPr>
          <p:nvPr/>
        </p:nvPicPr>
        <p:blipFill>
          <a:blip r:embed="rId8"/>
          <a:stretch>
            <a:fillRect/>
          </a:stretch>
        </p:blipFill>
        <p:spPr>
          <a:xfrm>
            <a:off x="6000560" y="5548045"/>
            <a:ext cx="3800475" cy="542925"/>
          </a:xfrm>
          <a:prstGeom prst="rect">
            <a:avLst/>
          </a:prstGeom>
        </p:spPr>
      </p:pic>
    </p:spTree>
    <p:extLst>
      <p:ext uri="{BB962C8B-B14F-4D97-AF65-F5344CB8AC3E}">
        <p14:creationId xmlns:p14="http://schemas.microsoft.com/office/powerpoint/2010/main" val="106258722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1F4C1-4F65-E1F1-94C4-4E9C77FCE5D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EECA24E-530F-F58B-949F-0E5E42F74D60}"/>
              </a:ext>
            </a:extLst>
          </p:cNvPr>
          <p:cNvSpPr>
            <a:spLocks noGrp="1"/>
          </p:cNvSpPr>
          <p:nvPr>
            <p:ph type="title"/>
          </p:nvPr>
        </p:nvSpPr>
        <p:spPr/>
        <p:txBody>
          <a:bodyPr/>
          <a:lstStyle/>
          <a:p>
            <a:r>
              <a:rPr lang="fr-FR" sz="4000" dirty="0"/>
              <a:t>Case #2</a:t>
            </a:r>
            <a:br>
              <a:rPr lang="fr-FR" sz="4000" dirty="0"/>
            </a:br>
            <a:r>
              <a:rPr lang="fr-FR" sz="4000" dirty="0"/>
              <a:t>	multinomial </a:t>
            </a:r>
            <a:r>
              <a:rPr lang="fr-FR" sz="4000" dirty="0" err="1"/>
              <a:t>models</a:t>
            </a:r>
            <a:r>
              <a:rPr lang="fr-FR" sz="4000" dirty="0"/>
              <a:t> </a:t>
            </a:r>
            <a:r>
              <a:rPr lang="fr-FR" sz="4000" dirty="0" err="1"/>
              <a:t>with</a:t>
            </a:r>
            <a:r>
              <a:rPr lang="fr-FR" sz="4000" dirty="0"/>
              <a:t> 	</a:t>
            </a:r>
            <a:r>
              <a:rPr lang="fr-FR" sz="4000" dirty="0" err="1"/>
              <a:t>repeated</a:t>
            </a:r>
            <a:r>
              <a:rPr lang="fr-FR" sz="4000" dirty="0"/>
              <a:t> </a:t>
            </a:r>
            <a:r>
              <a:rPr lang="fr-FR" sz="4000" dirty="0" err="1"/>
              <a:t>measures</a:t>
            </a:r>
            <a:endParaRPr lang="en-US" sz="4000" dirty="0"/>
          </a:p>
        </p:txBody>
      </p:sp>
      <p:sp>
        <p:nvSpPr>
          <p:cNvPr id="4" name="Footer Placeholder 3">
            <a:extLst>
              <a:ext uri="{FF2B5EF4-FFF2-40B4-BE49-F238E27FC236}">
                <a16:creationId xmlns:a16="http://schemas.microsoft.com/office/drawing/2014/main" id="{C25A0925-010A-19B1-0669-FD3663972637}"/>
              </a:ext>
            </a:extLst>
          </p:cNvPr>
          <p:cNvSpPr>
            <a:spLocks noGrp="1"/>
          </p:cNvSpPr>
          <p:nvPr>
            <p:ph type="ftr" sz="quarter" idx="12"/>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69747713-0F34-2BE2-B1FF-817DD51EBC53}"/>
              </a:ext>
            </a:extLst>
          </p:cNvPr>
          <p:cNvSpPr>
            <a:spLocks noGrp="1"/>
          </p:cNvSpPr>
          <p:nvPr>
            <p:ph type="sldNum" idx="13"/>
          </p:nvPr>
        </p:nvSpPr>
        <p:spPr/>
        <p:txBody>
          <a:bodyPr/>
          <a:lstStyle/>
          <a:p>
            <a:fld id="{00000000-1234-1234-1234-123412341234}" type="slidenum">
              <a:rPr lang="en" smtClean="0"/>
              <a:pPr/>
              <a:t>12</a:t>
            </a:fld>
            <a:endParaRPr lang="en"/>
          </a:p>
        </p:txBody>
      </p:sp>
    </p:spTree>
    <p:extLst>
      <p:ext uri="{BB962C8B-B14F-4D97-AF65-F5344CB8AC3E}">
        <p14:creationId xmlns:p14="http://schemas.microsoft.com/office/powerpoint/2010/main" val="450110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533A8-FBAC-11BE-765B-65241FBDA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CB8ED-649E-BF90-126A-4AAEE0EDE620}"/>
              </a:ext>
            </a:extLst>
          </p:cNvPr>
          <p:cNvSpPr>
            <a:spLocks noGrp="1"/>
          </p:cNvSpPr>
          <p:nvPr>
            <p:ph type="title"/>
          </p:nvPr>
        </p:nvSpPr>
        <p:spPr/>
        <p:txBody>
          <a:bodyPr/>
          <a:lstStyle/>
          <a:p>
            <a:r>
              <a:rPr lang="de-DE" dirty="0"/>
              <a:t>Model Building</a:t>
            </a:r>
            <a:endParaRPr lang="en-US" dirty="0"/>
          </a:p>
        </p:txBody>
      </p:sp>
      <p:sp>
        <p:nvSpPr>
          <p:cNvPr id="3" name="Footer Placeholder 2">
            <a:extLst>
              <a:ext uri="{FF2B5EF4-FFF2-40B4-BE49-F238E27FC236}">
                <a16:creationId xmlns:a16="http://schemas.microsoft.com/office/drawing/2014/main" id="{FE1FCF7E-E16D-4FEB-369F-27822720E212}"/>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39B28772-46CB-8DA5-BD4E-F1AF40F88B78}"/>
              </a:ext>
            </a:extLst>
          </p:cNvPr>
          <p:cNvSpPr>
            <a:spLocks noGrp="1"/>
          </p:cNvSpPr>
          <p:nvPr>
            <p:ph type="sldNum" sz="quarter" idx="11"/>
          </p:nvPr>
        </p:nvSpPr>
        <p:spPr/>
        <p:txBody>
          <a:bodyPr/>
          <a:lstStyle/>
          <a:p>
            <a:fld id="{48135D20-C3A1-FF4C-B4DB-BE449A9B144D}" type="slidenum">
              <a:rPr lang="en-US" smtClean="0"/>
              <a:t>13</a:t>
            </a:fld>
            <a:endParaRPr lang="en-US"/>
          </a:p>
        </p:txBody>
      </p:sp>
      <p:sp>
        <p:nvSpPr>
          <p:cNvPr id="5" name="Content Placeholder 6">
            <a:extLst>
              <a:ext uri="{FF2B5EF4-FFF2-40B4-BE49-F238E27FC236}">
                <a16:creationId xmlns:a16="http://schemas.microsoft.com/office/drawing/2014/main" id="{87A6B4B4-0634-6274-A279-5FC9A86A7A3A}"/>
              </a:ext>
            </a:extLst>
          </p:cNvPr>
          <p:cNvSpPr txBox="1">
            <a:spLocks/>
          </p:cNvSpPr>
          <p:nvPr/>
        </p:nvSpPr>
        <p:spPr>
          <a:xfrm>
            <a:off x="566927" y="1164113"/>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r>
              <a:rPr lang="fr-FR" sz="2000" kern="1200" dirty="0">
                <a:solidFill>
                  <a:srgbClr val="000000"/>
                </a:solidFill>
                <a:latin typeface="Times New Roman" panose="02020603050405020304" pitchFamily="18" charset="0"/>
              </a:rPr>
              <a:t>Aim at modeling AHI </a:t>
            </a:r>
            <a:r>
              <a:rPr lang="fr-FR" sz="2000" kern="1200" dirty="0" err="1">
                <a:solidFill>
                  <a:srgbClr val="000000"/>
                </a:solidFill>
                <a:latin typeface="Times New Roman" panose="02020603050405020304" pitchFamily="18" charset="0"/>
              </a:rPr>
              <a:t>category</a:t>
            </a:r>
            <a:r>
              <a:rPr lang="fr-FR" sz="2000" kern="1200" dirty="0">
                <a:solidFill>
                  <a:srgbClr val="000000"/>
                </a:solidFill>
                <a:latin typeface="Times New Roman" panose="02020603050405020304" pitchFamily="18" charset="0"/>
              </a:rPr>
              <a:t> at a </a:t>
            </a:r>
            <a:r>
              <a:rPr lang="fr-FR" sz="2000" kern="1200" dirty="0" err="1">
                <a:solidFill>
                  <a:srgbClr val="000000"/>
                </a:solidFill>
                <a:latin typeface="Times New Roman" panose="02020603050405020304" pitchFamily="18" charset="0"/>
              </a:rPr>
              <a:t>given</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visit</a:t>
            </a:r>
            <a:r>
              <a:rPr lang="fr-FR" sz="2000" kern="1200" dirty="0">
                <a:solidFill>
                  <a:srgbClr val="000000"/>
                </a:solidFill>
                <a:latin typeface="Times New Roman" panose="02020603050405020304" pitchFamily="18" charset="0"/>
              </a:rPr>
              <a:t> as </a:t>
            </a:r>
            <a:r>
              <a:rPr lang="fr-FR" sz="2000" kern="1200" dirty="0" err="1">
                <a:solidFill>
                  <a:srgbClr val="000000"/>
                </a:solidFill>
                <a:latin typeface="Times New Roman" panose="02020603050405020304" pitchFamily="18" charset="0"/>
              </a:rPr>
              <a:t>function</a:t>
            </a:r>
            <a:r>
              <a:rPr lang="fr-FR" sz="2000" kern="1200" dirty="0">
                <a:solidFill>
                  <a:srgbClr val="000000"/>
                </a:solidFill>
                <a:latin typeface="Times New Roman" panose="02020603050405020304" pitchFamily="18" charset="0"/>
              </a:rPr>
              <a:t> of AHI </a:t>
            </a:r>
            <a:r>
              <a:rPr lang="fr-FR" sz="2000" kern="1200" dirty="0" err="1">
                <a:solidFill>
                  <a:srgbClr val="000000"/>
                </a:solidFill>
                <a:latin typeface="Times New Roman" panose="02020603050405020304" pitchFamily="18" charset="0"/>
              </a:rPr>
              <a:t>category</a:t>
            </a:r>
            <a:r>
              <a:rPr lang="fr-FR" sz="2000" kern="1200" dirty="0">
                <a:solidFill>
                  <a:srgbClr val="000000"/>
                </a:solidFill>
                <a:latin typeface="Times New Roman" panose="02020603050405020304" pitchFamily="18" charset="0"/>
              </a:rPr>
              <a:t> at </a:t>
            </a:r>
            <a:r>
              <a:rPr lang="fr-FR" sz="2000" kern="1200" dirty="0" err="1">
                <a:solidFill>
                  <a:srgbClr val="000000"/>
                </a:solidFill>
                <a:latin typeface="Times New Roman" panose="02020603050405020304" pitchFamily="18" charset="0"/>
              </a:rPr>
              <a:t>earlier</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visit</a:t>
            </a:r>
            <a:r>
              <a:rPr lang="fr-FR" sz="2000" kern="1200" dirty="0">
                <a:solidFill>
                  <a:srgbClr val="000000"/>
                </a:solidFill>
                <a:latin typeface="Times New Roman" panose="02020603050405020304" pitchFamily="18" charset="0"/>
              </a:rPr>
              <a:t> and </a:t>
            </a:r>
            <a:r>
              <a:rPr lang="fr-FR" sz="2000" kern="1200" dirty="0" err="1">
                <a:solidFill>
                  <a:srgbClr val="000000"/>
                </a:solidFill>
                <a:latin typeface="Times New Roman" panose="02020603050405020304" pitchFamily="18" charset="0"/>
              </a:rPr>
              <a:t>other</a:t>
            </a:r>
            <a:r>
              <a:rPr lang="fr-FR" sz="2000" kern="1200" dirty="0">
                <a:solidFill>
                  <a:srgbClr val="000000"/>
                </a:solidFill>
                <a:latin typeface="Times New Roman" panose="02020603050405020304" pitchFamily="18" charset="0"/>
              </a:rPr>
              <a:t> variables, to </a:t>
            </a:r>
            <a:r>
              <a:rPr lang="fr-FR" sz="2000" kern="1200" dirty="0" err="1">
                <a:solidFill>
                  <a:srgbClr val="000000"/>
                </a:solidFill>
                <a:latin typeface="Times New Roman" panose="02020603050405020304" pitchFamily="18" charset="0"/>
              </a:rPr>
              <a:t>create</a:t>
            </a:r>
            <a:r>
              <a:rPr lang="fr-FR" sz="2000" kern="1200" dirty="0">
                <a:solidFill>
                  <a:srgbClr val="000000"/>
                </a:solidFill>
                <a:latin typeface="Times New Roman" panose="02020603050405020304" pitchFamily="18" charset="0"/>
              </a:rPr>
              <a:t> transition matrices</a:t>
            </a:r>
          </a:p>
          <a:p>
            <a:pPr marL="480060" lvl="1" indent="-342900" defTabSz="914400" fontAlgn="base">
              <a:lnSpc>
                <a:spcPct val="100000"/>
              </a:lnSpc>
              <a:spcBef>
                <a:spcPct val="20000"/>
              </a:spcBef>
              <a:spcAft>
                <a:spcPct val="0"/>
              </a:spcAft>
              <a:buClr>
                <a:srgbClr val="D52B17"/>
              </a:buClr>
              <a:buSzTx/>
              <a:buFontTx/>
              <a:buChar char="•"/>
              <a:defRPr/>
            </a:pPr>
            <a:r>
              <a:rPr lang="fr-FR" sz="1600" kern="1200" dirty="0">
                <a:solidFill>
                  <a:srgbClr val="000000"/>
                </a:solidFill>
                <a:latin typeface="Times New Roman" panose="02020603050405020304" pitchFamily="18" charset="0"/>
              </a:rPr>
              <a:t>AHI </a:t>
            </a:r>
            <a:r>
              <a:rPr lang="fr-FR" sz="1600" kern="1200" dirty="0" err="1">
                <a:solidFill>
                  <a:srgbClr val="000000"/>
                </a:solidFill>
                <a:latin typeface="Times New Roman" panose="02020603050405020304" pitchFamily="18" charset="0"/>
              </a:rPr>
              <a:t>category</a:t>
            </a:r>
            <a:r>
              <a:rPr lang="fr-FR" sz="1600" kern="1200" dirty="0">
                <a:solidFill>
                  <a:srgbClr val="000000"/>
                </a:solidFill>
                <a:latin typeface="Times New Roman" panose="02020603050405020304" pitchFamily="18" charset="0"/>
              </a:rPr>
              <a:t> at </a:t>
            </a:r>
            <a:r>
              <a:rPr lang="fr-FR" sz="1600" kern="1200" dirty="0" err="1">
                <a:solidFill>
                  <a:srgbClr val="000000"/>
                </a:solidFill>
                <a:latin typeface="Times New Roman" panose="02020603050405020304" pitchFamily="18" charset="0"/>
              </a:rPr>
              <a:t>week</a:t>
            </a:r>
            <a:r>
              <a:rPr lang="fr-FR" sz="1600" kern="1200" dirty="0">
                <a:solidFill>
                  <a:srgbClr val="000000"/>
                </a:solidFill>
                <a:latin typeface="Times New Roman" panose="02020603050405020304" pitchFamily="18" charset="0"/>
              </a:rPr>
              <a:t> 20 </a:t>
            </a:r>
            <a:r>
              <a:rPr lang="fr-FR" sz="1600" kern="1200" dirty="0" err="1">
                <a:solidFill>
                  <a:srgbClr val="000000"/>
                </a:solidFill>
                <a:latin typeface="Times New Roman" panose="02020603050405020304" pitchFamily="18" charset="0"/>
              </a:rPr>
              <a:t>using</a:t>
            </a:r>
            <a:r>
              <a:rPr lang="fr-FR" sz="1600" kern="1200" dirty="0">
                <a:solidFill>
                  <a:srgbClr val="000000"/>
                </a:solidFill>
                <a:latin typeface="Times New Roman" panose="02020603050405020304" pitchFamily="18" charset="0"/>
              </a:rPr>
              <a:t> AHI </a:t>
            </a:r>
            <a:r>
              <a:rPr lang="fr-FR" sz="1600" kern="1200" dirty="0" err="1">
                <a:solidFill>
                  <a:srgbClr val="000000"/>
                </a:solidFill>
                <a:latin typeface="Times New Roman" panose="02020603050405020304" pitchFamily="18" charset="0"/>
              </a:rPr>
              <a:t>category</a:t>
            </a:r>
            <a:r>
              <a:rPr lang="fr-FR" sz="1600" kern="1200" dirty="0">
                <a:solidFill>
                  <a:srgbClr val="000000"/>
                </a:solidFill>
                <a:latin typeface="Times New Roman" panose="02020603050405020304" pitchFamily="18" charset="0"/>
              </a:rPr>
              <a:t> at </a:t>
            </a:r>
            <a:r>
              <a:rPr lang="fr-FR" sz="1600" kern="1200" dirty="0" err="1">
                <a:solidFill>
                  <a:srgbClr val="000000"/>
                </a:solidFill>
                <a:latin typeface="Times New Roman" panose="02020603050405020304" pitchFamily="18" charset="0"/>
              </a:rPr>
              <a:t>baseline</a:t>
            </a:r>
            <a:r>
              <a:rPr lang="fr-FR" sz="1600" kern="1200" dirty="0">
                <a:solidFill>
                  <a:srgbClr val="000000"/>
                </a:solidFill>
                <a:latin typeface="Times New Roman" panose="02020603050405020304" pitchFamily="18" charset="0"/>
              </a:rPr>
              <a:t>; AHI </a:t>
            </a:r>
            <a:r>
              <a:rPr lang="fr-FR" sz="1600" kern="1200" dirty="0" err="1">
                <a:solidFill>
                  <a:srgbClr val="000000"/>
                </a:solidFill>
                <a:latin typeface="Times New Roman" panose="02020603050405020304" pitchFamily="18" charset="0"/>
              </a:rPr>
              <a:t>category</a:t>
            </a:r>
            <a:r>
              <a:rPr lang="fr-FR" sz="1600" kern="1200" dirty="0">
                <a:solidFill>
                  <a:srgbClr val="000000"/>
                </a:solidFill>
                <a:latin typeface="Times New Roman" panose="02020603050405020304" pitchFamily="18" charset="0"/>
              </a:rPr>
              <a:t> at </a:t>
            </a:r>
            <a:r>
              <a:rPr lang="fr-FR" sz="1600" kern="1200" dirty="0" err="1">
                <a:solidFill>
                  <a:srgbClr val="000000"/>
                </a:solidFill>
                <a:latin typeface="Times New Roman" panose="02020603050405020304" pitchFamily="18" charset="0"/>
              </a:rPr>
              <a:t>week</a:t>
            </a:r>
            <a:r>
              <a:rPr lang="fr-FR" sz="1600" kern="1200" dirty="0">
                <a:solidFill>
                  <a:srgbClr val="000000"/>
                </a:solidFill>
                <a:latin typeface="Times New Roman" panose="02020603050405020304" pitchFamily="18" charset="0"/>
              </a:rPr>
              <a:t> 52 </a:t>
            </a:r>
            <a:r>
              <a:rPr lang="fr-FR" sz="1600" kern="1200" dirty="0" err="1">
                <a:solidFill>
                  <a:srgbClr val="000000"/>
                </a:solidFill>
                <a:latin typeface="Times New Roman" panose="02020603050405020304" pitchFamily="18" charset="0"/>
              </a:rPr>
              <a:t>using</a:t>
            </a:r>
            <a:r>
              <a:rPr lang="fr-FR" sz="1600" kern="1200" dirty="0">
                <a:solidFill>
                  <a:srgbClr val="000000"/>
                </a:solidFill>
                <a:latin typeface="Times New Roman" panose="02020603050405020304" pitchFamily="18" charset="0"/>
              </a:rPr>
              <a:t> AHI </a:t>
            </a:r>
            <a:r>
              <a:rPr lang="fr-FR" sz="1600" kern="1200" dirty="0" err="1">
                <a:solidFill>
                  <a:srgbClr val="000000"/>
                </a:solidFill>
                <a:latin typeface="Times New Roman" panose="02020603050405020304" pitchFamily="18" charset="0"/>
              </a:rPr>
              <a:t>category</a:t>
            </a:r>
            <a:r>
              <a:rPr lang="fr-FR" sz="1600" kern="1200" dirty="0">
                <a:solidFill>
                  <a:srgbClr val="000000"/>
                </a:solidFill>
                <a:latin typeface="Times New Roman" panose="02020603050405020304" pitchFamily="18" charset="0"/>
              </a:rPr>
              <a:t> at </a:t>
            </a:r>
            <a:r>
              <a:rPr lang="fr-FR" sz="1600" kern="1200" dirty="0" err="1">
                <a:solidFill>
                  <a:srgbClr val="000000"/>
                </a:solidFill>
                <a:latin typeface="Times New Roman" panose="02020603050405020304" pitchFamily="18" charset="0"/>
              </a:rPr>
              <a:t>week</a:t>
            </a:r>
            <a:r>
              <a:rPr lang="fr-FR" sz="1600" kern="1200" dirty="0">
                <a:solidFill>
                  <a:srgbClr val="000000"/>
                </a:solidFill>
                <a:latin typeface="Times New Roman" panose="02020603050405020304" pitchFamily="18" charset="0"/>
              </a:rPr>
              <a:t> 20</a:t>
            </a:r>
          </a:p>
          <a:p>
            <a:pPr marL="480060" lvl="1" indent="-342900" defTabSz="914400" fontAlgn="base">
              <a:lnSpc>
                <a:spcPct val="100000"/>
              </a:lnSpc>
              <a:spcBef>
                <a:spcPct val="20000"/>
              </a:spcBef>
              <a:spcAft>
                <a:spcPct val="0"/>
              </a:spcAft>
              <a:buClr>
                <a:srgbClr val="D52B17"/>
              </a:buClr>
              <a:buSzTx/>
              <a:buFontTx/>
              <a:buChar char="•"/>
              <a:defRPr/>
            </a:pPr>
            <a:r>
              <a:rPr lang="fr-FR" sz="1600" kern="1200" dirty="0">
                <a:solidFill>
                  <a:srgbClr val="000000"/>
                </a:solidFill>
                <a:latin typeface="Times New Roman" panose="02020603050405020304" pitchFamily="18" charset="0"/>
              </a:rPr>
              <a:t>The </a:t>
            </a:r>
            <a:r>
              <a:rPr lang="fr-FR" sz="1600" kern="1200" dirty="0" err="1">
                <a:solidFill>
                  <a:srgbClr val="000000"/>
                </a:solidFill>
                <a:latin typeface="Times New Roman" panose="02020603050405020304" pitchFamily="18" charset="0"/>
              </a:rPr>
              <a:t>dependent</a:t>
            </a:r>
            <a:r>
              <a:rPr lang="fr-FR" sz="1600" kern="1200" dirty="0">
                <a:solidFill>
                  <a:srgbClr val="000000"/>
                </a:solidFill>
                <a:latin typeface="Times New Roman" panose="02020603050405020304" pitchFamily="18" charset="0"/>
              </a:rPr>
              <a:t> variable </a:t>
            </a:r>
            <a:r>
              <a:rPr lang="fr-FR" sz="1600" kern="1200" dirty="0" err="1">
                <a:solidFill>
                  <a:srgbClr val="000000"/>
                </a:solidFill>
                <a:latin typeface="Times New Roman" panose="02020603050405020304" pitchFamily="18" charset="0"/>
              </a:rPr>
              <a:t>becomes</a:t>
            </a:r>
            <a:r>
              <a:rPr lang="fr-FR" sz="1600" kern="1200" dirty="0">
                <a:solidFill>
                  <a:srgbClr val="000000"/>
                </a:solidFill>
                <a:latin typeface="Times New Roman" panose="02020603050405020304" pitchFamily="18" charset="0"/>
              </a:rPr>
              <a:t> an </a:t>
            </a:r>
            <a:r>
              <a:rPr lang="fr-FR" sz="1600" kern="1200" dirty="0" err="1">
                <a:solidFill>
                  <a:srgbClr val="000000"/>
                </a:solidFill>
                <a:latin typeface="Times New Roman" panose="02020603050405020304" pitchFamily="18" charset="0"/>
              </a:rPr>
              <a:t>indepdendent</a:t>
            </a:r>
            <a:r>
              <a:rPr lang="fr-FR" sz="1600" kern="1200" dirty="0">
                <a:solidFill>
                  <a:srgbClr val="000000"/>
                </a:solidFill>
                <a:latin typeface="Times New Roman" panose="02020603050405020304" pitchFamily="18" charset="0"/>
              </a:rPr>
              <a:t> variable at the </a:t>
            </a:r>
            <a:r>
              <a:rPr lang="fr-FR" sz="1600" kern="1200" dirty="0" err="1">
                <a:solidFill>
                  <a:srgbClr val="000000"/>
                </a:solidFill>
                <a:latin typeface="Times New Roman" panose="02020603050405020304" pitchFamily="18" charset="0"/>
              </a:rPr>
              <a:t>next</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visit</a:t>
            </a:r>
            <a:r>
              <a:rPr lang="fr-FR" sz="1600" kern="1200" dirty="0">
                <a:solidFill>
                  <a:srgbClr val="000000"/>
                </a:solidFill>
                <a:latin typeface="Times New Roman" panose="02020603050405020304" pitchFamily="18" charset="0"/>
              </a:rPr>
              <a:t>.</a:t>
            </a:r>
          </a:p>
          <a:p>
            <a:pPr marL="342900" indent="-342900" defTabSz="914400" fontAlgn="base">
              <a:lnSpc>
                <a:spcPct val="100000"/>
              </a:lnSpc>
              <a:spcBef>
                <a:spcPct val="20000"/>
              </a:spcBef>
              <a:spcAft>
                <a:spcPct val="0"/>
              </a:spcAft>
              <a:buClr>
                <a:srgbClr val="D52B17"/>
              </a:buClr>
              <a:buSzTx/>
              <a:buFontTx/>
              <a:buChar char="•"/>
              <a:defRPr/>
            </a:pPr>
            <a:r>
              <a:rPr lang="fr-FR" sz="2000" kern="1200" dirty="0">
                <a:solidFill>
                  <a:srgbClr val="000000"/>
                </a:solidFill>
                <a:latin typeface="Times New Roman" panose="02020603050405020304" pitchFamily="18" charset="0"/>
              </a:rPr>
              <a:t>SAP </a:t>
            </a:r>
            <a:r>
              <a:rPr lang="fr-FR" sz="2000" kern="1200" dirty="0" err="1">
                <a:solidFill>
                  <a:srgbClr val="000000"/>
                </a:solidFill>
                <a:latin typeface="Times New Roman" panose="02020603050405020304" pitchFamily="18" charset="0"/>
              </a:rPr>
              <a:t>quality</a:t>
            </a:r>
            <a:endParaRPr lang="fr-FR" sz="20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fr-FR" sz="2000" kern="1200" dirty="0" err="1">
                <a:solidFill>
                  <a:srgbClr val="000000"/>
                </a:solidFill>
                <a:latin typeface="Times New Roman" panose="02020603050405020304" pitchFamily="18" charset="0"/>
              </a:rPr>
              <a:t>Choose</a:t>
            </a:r>
            <a:r>
              <a:rPr lang="fr-FR" sz="2000" kern="1200" dirty="0">
                <a:solidFill>
                  <a:srgbClr val="000000"/>
                </a:solidFill>
                <a:latin typeface="Times New Roman" panose="02020603050405020304" pitchFamily="18" charset="0"/>
              </a:rPr>
              <a:t> SAS </a:t>
            </a:r>
            <a:r>
              <a:rPr lang="fr-FR" sz="2000" kern="1200" dirty="0" err="1">
                <a:solidFill>
                  <a:srgbClr val="000000"/>
                </a:solidFill>
                <a:latin typeface="Times New Roman" panose="02020603050405020304" pitchFamily="18" charset="0"/>
              </a:rPr>
              <a:t>procedure</a:t>
            </a:r>
            <a:endParaRPr lang="fr-FR" sz="20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fr-FR" sz="2000" b="0" i="0" u="none" strike="noStrike" kern="1200" baseline="0" dirty="0">
                <a:solidFill>
                  <a:srgbClr val="000000"/>
                </a:solidFill>
                <a:latin typeface="Times New Roman" panose="02020603050405020304" pitchFamily="18" charset="0"/>
              </a:rPr>
              <a:t>Model </a:t>
            </a:r>
            <a:r>
              <a:rPr lang="fr-FR" sz="2000" b="0" i="0" u="none" strike="noStrike" kern="1200" baseline="0" dirty="0" err="1">
                <a:solidFill>
                  <a:srgbClr val="000000"/>
                </a:solidFill>
                <a:latin typeface="Times New Roman" panose="02020603050405020304" pitchFamily="18" charset="0"/>
              </a:rPr>
              <a:t>parsimony</a:t>
            </a:r>
            <a:endParaRPr lang="fr-FR" sz="2000" b="0" i="0" u="none" strike="noStrike" kern="1200" baseline="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fr-FR" sz="2000" b="0" i="0" u="none" strike="noStrike" kern="1200" baseline="0" dirty="0">
                <a:solidFill>
                  <a:srgbClr val="000000"/>
                </a:solidFill>
                <a:latin typeface="Times New Roman" panose="02020603050405020304" pitchFamily="18" charset="0"/>
              </a:rPr>
              <a:t>Convergence management</a:t>
            </a:r>
          </a:p>
          <a:p>
            <a:pPr marL="480060" lvl="1" indent="-342900" defTabSz="914400" fontAlgn="base">
              <a:lnSpc>
                <a:spcPct val="100000"/>
              </a:lnSpc>
              <a:spcBef>
                <a:spcPct val="20000"/>
              </a:spcBef>
              <a:spcAft>
                <a:spcPct val="0"/>
              </a:spcAft>
              <a:buClr>
                <a:srgbClr val="D52B17"/>
              </a:buClr>
              <a:buSzTx/>
              <a:buFontTx/>
              <a:buChar char="•"/>
              <a:defRPr/>
            </a:pPr>
            <a:r>
              <a:rPr lang="fr-FR" sz="1600" b="0" i="0" u="none" strike="noStrike" kern="1200" baseline="0" dirty="0" err="1">
                <a:solidFill>
                  <a:srgbClr val="000000"/>
                </a:solidFill>
                <a:latin typeface="Times New Roman" panose="02020603050405020304" pitchFamily="18" charset="0"/>
              </a:rPr>
              <a:t>Thanking</a:t>
            </a:r>
            <a:r>
              <a:rPr lang="fr-FR" sz="1600" b="0" i="0" u="none" strike="noStrike" kern="1200" baseline="0" dirty="0">
                <a:solidFill>
                  <a:srgbClr val="000000"/>
                </a:solidFill>
                <a:latin typeface="Times New Roman" panose="02020603050405020304" pitchFamily="18" charset="0"/>
              </a:rPr>
              <a:t> Sory for the support</a:t>
            </a:r>
          </a:p>
          <a:p>
            <a:pPr marL="480060" lvl="1" indent="-342900" defTabSz="914400" fontAlgn="base">
              <a:lnSpc>
                <a:spcPct val="100000"/>
              </a:lnSpc>
              <a:spcBef>
                <a:spcPct val="20000"/>
              </a:spcBef>
              <a:spcAft>
                <a:spcPct val="0"/>
              </a:spcAft>
              <a:buClr>
                <a:srgbClr val="D52B17"/>
              </a:buClr>
              <a:buSzTx/>
              <a:buFontTx/>
              <a:buChar char="•"/>
              <a:defRPr/>
            </a:pPr>
            <a:r>
              <a:rPr lang="fr-FR" sz="1600" kern="1200" dirty="0" err="1">
                <a:solidFill>
                  <a:srgbClr val="000000"/>
                </a:solidFill>
                <a:latin typeface="Times New Roman" panose="02020603050405020304" pitchFamily="18" charset="0"/>
              </a:rPr>
              <a:t>Linear</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predictors</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refining</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scientific</a:t>
            </a:r>
            <a:r>
              <a:rPr lang="fr-FR" sz="1600" kern="1200" dirty="0">
                <a:solidFill>
                  <a:srgbClr val="000000"/>
                </a:solidFill>
                <a:latin typeface="Times New Roman" panose="02020603050405020304" pitchFamily="18" charset="0"/>
              </a:rPr>
              <a:t> question</a:t>
            </a:r>
          </a:p>
          <a:p>
            <a:pPr marL="480060" lvl="1" indent="-342900" defTabSz="914400" fontAlgn="base">
              <a:lnSpc>
                <a:spcPct val="100000"/>
              </a:lnSpc>
              <a:spcBef>
                <a:spcPct val="20000"/>
              </a:spcBef>
              <a:spcAft>
                <a:spcPct val="0"/>
              </a:spcAft>
              <a:buClr>
                <a:srgbClr val="D52B17"/>
              </a:buClr>
              <a:buSzTx/>
              <a:buFontTx/>
              <a:buChar char="•"/>
              <a:defRPr/>
            </a:pPr>
            <a:r>
              <a:rPr lang="fr-FR" sz="1600" kern="1200" dirty="0">
                <a:solidFill>
                  <a:srgbClr val="000000"/>
                </a:solidFill>
                <a:latin typeface="Times New Roman" panose="02020603050405020304" pitchFamily="18" charset="0"/>
              </a:rPr>
              <a:t>Variables </a:t>
            </a:r>
            <a:r>
              <a:rPr lang="fr-FR" sz="1600" kern="1200" dirty="0" err="1">
                <a:solidFill>
                  <a:srgbClr val="000000"/>
                </a:solidFill>
                <a:latin typeface="Times New Roman" panose="02020603050405020304" pitchFamily="18" charset="0"/>
              </a:rPr>
              <a:t>order</a:t>
            </a:r>
            <a:r>
              <a:rPr lang="fr-FR" sz="1600" kern="1200" dirty="0">
                <a:solidFill>
                  <a:srgbClr val="000000"/>
                </a:solidFill>
                <a:latin typeface="Times New Roman" panose="02020603050405020304" pitchFamily="18" charset="0"/>
              </a:rPr>
              <a:t> in model</a:t>
            </a:r>
          </a:p>
          <a:p>
            <a:pPr marL="480060" lvl="1" indent="-342900" defTabSz="914400" fontAlgn="base">
              <a:lnSpc>
                <a:spcPct val="100000"/>
              </a:lnSpc>
              <a:spcBef>
                <a:spcPct val="20000"/>
              </a:spcBef>
              <a:spcAft>
                <a:spcPct val="0"/>
              </a:spcAft>
              <a:buClr>
                <a:srgbClr val="D52B17"/>
              </a:buClr>
              <a:buSzTx/>
              <a:buFontTx/>
              <a:buChar char="•"/>
              <a:defRPr/>
            </a:pPr>
            <a:r>
              <a:rPr lang="fr-FR" sz="1600" kern="1200" dirty="0">
                <a:solidFill>
                  <a:srgbClr val="000000"/>
                </a:solidFill>
                <a:latin typeface="Times New Roman" panose="02020603050405020304" pitchFamily="18" charset="0"/>
              </a:rPr>
              <a:t>Variables </a:t>
            </a:r>
            <a:r>
              <a:rPr lang="fr-FR" sz="1600" kern="1200" dirty="0" err="1">
                <a:solidFill>
                  <a:srgbClr val="000000"/>
                </a:solidFill>
                <a:latin typeface="Times New Roman" panose="02020603050405020304" pitchFamily="18" charset="0"/>
              </a:rPr>
              <a:t>included</a:t>
            </a:r>
            <a:r>
              <a:rPr lang="fr-FR" sz="1600" kern="1200" dirty="0">
                <a:solidFill>
                  <a:srgbClr val="000000"/>
                </a:solidFill>
                <a:latin typeface="Times New Roman" panose="02020603050405020304" pitchFamily="18" charset="0"/>
              </a:rPr>
              <a:t> in the model</a:t>
            </a:r>
          </a:p>
          <a:p>
            <a:pPr marL="480060" lvl="1" indent="-342900" defTabSz="914400" fontAlgn="base">
              <a:lnSpc>
                <a:spcPct val="100000"/>
              </a:lnSpc>
              <a:spcBef>
                <a:spcPct val="20000"/>
              </a:spcBef>
              <a:spcAft>
                <a:spcPct val="0"/>
              </a:spcAft>
              <a:buClr>
                <a:srgbClr val="D52B17"/>
              </a:buClr>
              <a:buSzTx/>
              <a:buFontTx/>
              <a:buChar char="•"/>
              <a:defRPr/>
            </a:pPr>
            <a:r>
              <a:rPr lang="fr-FR" sz="1600" kern="1200" dirty="0" err="1">
                <a:solidFill>
                  <a:srgbClr val="000000"/>
                </a:solidFill>
                <a:latin typeface="Times New Roman" panose="02020603050405020304" pitchFamily="18" charset="0"/>
              </a:rPr>
              <a:t>Derived</a:t>
            </a:r>
            <a:r>
              <a:rPr lang="fr-FR" sz="1600" kern="1200" dirty="0">
                <a:solidFill>
                  <a:srgbClr val="000000"/>
                </a:solidFill>
                <a:latin typeface="Times New Roman" panose="02020603050405020304" pitchFamily="18" charset="0"/>
              </a:rPr>
              <a:t> input variables </a:t>
            </a:r>
            <a:r>
              <a:rPr lang="fr-FR" sz="1600" kern="1200" dirty="0" err="1">
                <a:solidFill>
                  <a:srgbClr val="000000"/>
                </a:solidFill>
                <a:latin typeface="Times New Roman" panose="02020603050405020304" pitchFamily="18" charset="0"/>
              </a:rPr>
              <a:t>algorithm</a:t>
            </a:r>
            <a:r>
              <a:rPr lang="fr-FR" sz="1600" kern="1200" dirty="0">
                <a:solidFill>
                  <a:srgbClr val="000000"/>
                </a:solidFill>
                <a:latin typeface="Times New Roman" panose="02020603050405020304" pitchFamily="18" charset="0"/>
              </a:rPr>
              <a:t>.</a:t>
            </a:r>
          </a:p>
        </p:txBody>
      </p:sp>
    </p:spTree>
    <p:extLst>
      <p:ext uri="{BB962C8B-B14F-4D97-AF65-F5344CB8AC3E}">
        <p14:creationId xmlns:p14="http://schemas.microsoft.com/office/powerpoint/2010/main" val="4072001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9B9C8-86A2-0722-3382-8A3C26EB0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9541A7-6C9D-7070-4A2E-C3F603F097D8}"/>
              </a:ext>
            </a:extLst>
          </p:cNvPr>
          <p:cNvSpPr>
            <a:spLocks noGrp="1"/>
          </p:cNvSpPr>
          <p:nvPr>
            <p:ph type="title"/>
          </p:nvPr>
        </p:nvSpPr>
        <p:spPr>
          <a:xfrm>
            <a:off x="609600" y="414942"/>
            <a:ext cx="11058144" cy="496529"/>
          </a:xfrm>
        </p:spPr>
        <p:txBody>
          <a:bodyPr/>
          <a:lstStyle/>
          <a:p>
            <a:r>
              <a:rPr lang="de-DE" dirty="0"/>
              <a:t>Theoretical Model</a:t>
            </a:r>
            <a:endParaRPr lang="en-US" dirty="0"/>
          </a:p>
        </p:txBody>
      </p:sp>
      <p:sp>
        <p:nvSpPr>
          <p:cNvPr id="3" name="Footer Placeholder 2">
            <a:extLst>
              <a:ext uri="{FF2B5EF4-FFF2-40B4-BE49-F238E27FC236}">
                <a16:creationId xmlns:a16="http://schemas.microsoft.com/office/drawing/2014/main" id="{1CF98A99-52A3-1EE1-DC63-097FAFEF4A61}"/>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BF6D2C91-8532-C896-2FD8-DEE9F1110AC3}"/>
              </a:ext>
            </a:extLst>
          </p:cNvPr>
          <p:cNvSpPr>
            <a:spLocks noGrp="1"/>
          </p:cNvSpPr>
          <p:nvPr>
            <p:ph type="sldNum" sz="quarter" idx="11"/>
          </p:nvPr>
        </p:nvSpPr>
        <p:spPr/>
        <p:txBody>
          <a:bodyPr/>
          <a:lstStyle/>
          <a:p>
            <a:fld id="{48135D20-C3A1-FF4C-B4DB-BE449A9B144D}" type="slidenum">
              <a:rPr lang="en-US" smtClean="0"/>
              <a:t>14</a:t>
            </a:fld>
            <a:endParaRPr lang="en-US"/>
          </a:p>
        </p:txBody>
      </p:sp>
      <p:sp>
        <p:nvSpPr>
          <p:cNvPr id="5" name="Content Placeholder 6">
            <a:extLst>
              <a:ext uri="{FF2B5EF4-FFF2-40B4-BE49-F238E27FC236}">
                <a16:creationId xmlns:a16="http://schemas.microsoft.com/office/drawing/2014/main" id="{77B1130D-B28E-8F6B-74BD-0048CD21E3F2}"/>
              </a:ext>
            </a:extLst>
          </p:cNvPr>
          <p:cNvSpPr txBox="1">
            <a:spLocks/>
          </p:cNvSpPr>
          <p:nvPr/>
        </p:nvSpPr>
        <p:spPr>
          <a:xfrm>
            <a:off x="566927" y="1164113"/>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endParaRPr lang="fr-FR" sz="1600" kern="1200" dirty="0">
              <a:solidFill>
                <a:srgbClr val="000000"/>
              </a:solidFill>
              <a:latin typeface="Times New Roman" panose="02020603050405020304" pitchFamily="18" charset="0"/>
            </a:endParaRPr>
          </a:p>
        </p:txBody>
      </p:sp>
      <p:sp>
        <p:nvSpPr>
          <p:cNvPr id="6" name="Content Placeholder 6">
            <a:extLst>
              <a:ext uri="{FF2B5EF4-FFF2-40B4-BE49-F238E27FC236}">
                <a16:creationId xmlns:a16="http://schemas.microsoft.com/office/drawing/2014/main" id="{716CB7A2-4BD5-4F2C-38D5-FC8DE183FC91}"/>
              </a:ext>
            </a:extLst>
          </p:cNvPr>
          <p:cNvSpPr txBox="1">
            <a:spLocks/>
          </p:cNvSpPr>
          <p:nvPr/>
        </p:nvSpPr>
        <p:spPr>
          <a:xfrm>
            <a:off x="719327" y="1316513"/>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r>
              <a:rPr lang="fr-FR" sz="1600" kern="1200" dirty="0">
                <a:solidFill>
                  <a:srgbClr val="000000"/>
                </a:solidFill>
                <a:latin typeface="Times New Roman" panose="02020603050405020304" pitchFamily="18" charset="0"/>
              </a:rPr>
              <a:t>Model </a:t>
            </a:r>
            <a:r>
              <a:rPr lang="fr-FR" sz="1600" kern="1200" dirty="0" err="1">
                <a:solidFill>
                  <a:srgbClr val="000000"/>
                </a:solidFill>
                <a:latin typeface="Times New Roman" panose="02020603050405020304" pitchFamily="18" charset="0"/>
              </a:rPr>
              <a:t>Overview</a:t>
            </a:r>
            <a:endParaRPr lang="fr-FR" sz="16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solidFill>
                  <a:srgbClr val="000000"/>
                </a:solidFill>
                <a:latin typeface="Times New Roman" panose="02020603050405020304" pitchFamily="18" charset="0"/>
              </a:rPr>
              <a:t>Generalized</a:t>
            </a:r>
            <a:r>
              <a:rPr lang="fr-FR" sz="1200" kern="1200" dirty="0">
                <a:solidFill>
                  <a:srgbClr val="000000"/>
                </a:solidFill>
                <a:latin typeface="Times New Roman" panose="02020603050405020304" pitchFamily="18" charset="0"/>
              </a:rPr>
              <a:t> multinomial </a:t>
            </a:r>
            <a:r>
              <a:rPr lang="fr-FR" sz="1200" kern="1200" dirty="0" err="1">
                <a:solidFill>
                  <a:srgbClr val="000000"/>
                </a:solidFill>
                <a:latin typeface="Times New Roman" panose="02020603050405020304" pitchFamily="18" charset="0"/>
              </a:rPr>
              <a:t>logistic</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regression</a:t>
            </a:r>
            <a:r>
              <a:rPr lang="fr-FR" sz="1200" kern="1200" dirty="0">
                <a:solidFill>
                  <a:srgbClr val="000000"/>
                </a:solidFill>
                <a:latin typeface="Times New Roman" panose="02020603050405020304" pitchFamily="18" charset="0"/>
              </a:rPr>
              <a:t> (incl. </a:t>
            </a:r>
            <a:r>
              <a:rPr lang="fr-FR" sz="1200" kern="1200" dirty="0" err="1">
                <a:solidFill>
                  <a:srgbClr val="000000"/>
                </a:solidFill>
                <a:latin typeface="Times New Roman" panose="02020603050405020304" pitchFamily="18" charset="0"/>
              </a:rPr>
              <a:t>Repeated</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Measures</a:t>
            </a:r>
            <a:r>
              <a:rPr lang="fr-FR" sz="1200" kern="1200" dirty="0">
                <a:solidFill>
                  <a:srgbClr val="000000"/>
                </a:solidFill>
                <a:latin typeface="Times New Roman" panose="02020603050405020304" pitchFamily="18" charset="0"/>
              </a:rPr>
              <a:t> – 2 </a:t>
            </a:r>
            <a:r>
              <a:rPr lang="fr-FR" sz="1200" kern="1200" dirty="0" err="1">
                <a:solidFill>
                  <a:srgbClr val="000000"/>
                </a:solidFill>
                <a:latin typeface="Times New Roman" panose="02020603050405020304" pitchFamily="18" charset="0"/>
              </a:rPr>
              <a:t>timepoints</a:t>
            </a:r>
            <a:r>
              <a:rPr lang="fr-FR" sz="1200" kern="1200" dirty="0">
                <a:solidFill>
                  <a:srgbClr val="000000"/>
                </a:solidFill>
                <a:latin typeface="Times New Roman" panose="02020603050405020304" pitchFamily="18" charset="0"/>
              </a:rPr>
              <a:t>)</a:t>
            </a: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solidFill>
                  <a:srgbClr val="000000"/>
                </a:solidFill>
                <a:latin typeface="Times New Roman" panose="02020603050405020304" pitchFamily="18" charset="0"/>
              </a:rPr>
              <a:t>Outcome</a:t>
            </a:r>
            <a:r>
              <a:rPr lang="fr-FR" sz="1200" kern="1200" dirty="0">
                <a:solidFill>
                  <a:srgbClr val="000000"/>
                </a:solidFill>
                <a:latin typeface="Times New Roman" panose="02020603050405020304" pitchFamily="18" charset="0"/>
              </a:rPr>
              <a:t>: OSA </a:t>
            </a:r>
            <a:r>
              <a:rPr lang="fr-FR" sz="1200" kern="1200" dirty="0" err="1">
                <a:solidFill>
                  <a:srgbClr val="000000"/>
                </a:solidFill>
                <a:latin typeface="Times New Roman" panose="02020603050405020304" pitchFamily="18" charset="0"/>
              </a:rPr>
              <a:t>category</a:t>
            </a:r>
            <a:r>
              <a:rPr lang="fr-FR" sz="1200" kern="1200" dirty="0">
                <a:solidFill>
                  <a:srgbClr val="000000"/>
                </a:solidFill>
                <a:latin typeface="Times New Roman" panose="02020603050405020304" pitchFamily="18" charset="0"/>
              </a:rPr>
              <a:t> (HS1–HS4). HS4 as </a:t>
            </a:r>
            <a:r>
              <a:rPr lang="fr-FR" sz="1200" kern="1200" dirty="0" err="1">
                <a:solidFill>
                  <a:srgbClr val="000000"/>
                </a:solidFill>
                <a:latin typeface="Times New Roman" panose="02020603050405020304" pitchFamily="18" charset="0"/>
              </a:rPr>
              <a:t>reference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category</a:t>
            </a:r>
            <a:endParaRPr lang="fr-FR" sz="12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a:solidFill>
                  <a:srgbClr val="000000"/>
                </a:solidFill>
                <a:latin typeface="Times New Roman" panose="02020603050405020304" pitchFamily="18" charset="0"/>
              </a:rPr>
              <a:t>Estimation: Laplace approximation</a:t>
            </a:r>
            <a:endParaRPr lang="fr-FR" sz="16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fr-FR" sz="1600" kern="1200" dirty="0">
                <a:solidFill>
                  <a:srgbClr val="000000"/>
                </a:solidFill>
                <a:latin typeface="Times New Roman" panose="02020603050405020304" pitchFamily="18" charset="0"/>
              </a:rPr>
              <a:t>Model Structure</a:t>
            </a:r>
          </a:p>
          <a:p>
            <a:pPr marL="422910" lvl="1" indent="-285750" defTabSz="914400" fontAlgn="base">
              <a:lnSpc>
                <a:spcPct val="100000"/>
              </a:lnSpc>
              <a:spcBef>
                <a:spcPct val="20000"/>
              </a:spcBef>
              <a:spcAft>
                <a:spcPct val="0"/>
              </a:spcAft>
              <a:buClr>
                <a:srgbClr val="D52B17"/>
              </a:buClr>
              <a:buSzTx/>
              <a:defRPr/>
            </a:pPr>
            <a:r>
              <a:rPr lang="fr-FR" sz="1200" kern="1200" dirty="0" err="1">
                <a:solidFill>
                  <a:srgbClr val="000000"/>
                </a:solidFill>
                <a:latin typeface="Times New Roman" panose="02020603050405020304" pitchFamily="18" charset="0"/>
              </a:rPr>
              <a:t>Fixed</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effects</a:t>
            </a:r>
            <a:r>
              <a:rPr lang="fr-FR" sz="1200" kern="1200" dirty="0">
                <a:solidFill>
                  <a:srgbClr val="000000"/>
                </a:solidFill>
                <a:latin typeface="Times New Roman" panose="02020603050405020304" pitchFamily="18" charset="0"/>
              </a:rPr>
              <a:t>: OSALV (</a:t>
            </a:r>
            <a:r>
              <a:rPr lang="fr-FR" sz="1200" kern="1200" dirty="0" err="1">
                <a:solidFill>
                  <a:srgbClr val="000000"/>
                </a:solidFill>
                <a:latin typeface="Times New Roman" panose="02020603050405020304" pitchFamily="18" charset="0"/>
              </a:rPr>
              <a:t>previous</a:t>
            </a:r>
            <a:r>
              <a:rPr lang="fr-FR" sz="1200" kern="1200" dirty="0">
                <a:solidFill>
                  <a:srgbClr val="000000"/>
                </a:solidFill>
                <a:latin typeface="Times New Roman" panose="02020603050405020304" pitchFamily="18" charset="0"/>
              </a:rPr>
              <a:t> OSA), BMI at </a:t>
            </a:r>
            <a:r>
              <a:rPr lang="fr-FR" sz="1200" kern="1200" dirty="0" err="1">
                <a:solidFill>
                  <a:srgbClr val="000000"/>
                </a:solidFill>
                <a:latin typeface="Times New Roman" panose="02020603050405020304" pitchFamily="18" charset="0"/>
              </a:rPr>
              <a:t>baseline</a:t>
            </a:r>
            <a:r>
              <a:rPr lang="fr-FR" sz="1200" kern="1200" dirty="0">
                <a:solidFill>
                  <a:srgbClr val="000000"/>
                </a:solidFill>
                <a:latin typeface="Times New Roman" panose="02020603050405020304" pitchFamily="18" charset="0"/>
              </a:rPr>
              <a:t>, AHI at </a:t>
            </a:r>
            <a:r>
              <a:rPr lang="fr-FR" sz="1200" kern="1200" dirty="0" err="1">
                <a:solidFill>
                  <a:srgbClr val="000000"/>
                </a:solidFill>
                <a:latin typeface="Times New Roman" panose="02020603050405020304" pitchFamily="18" charset="0"/>
              </a:rPr>
              <a:t>baseline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cont</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Treatment</a:t>
            </a:r>
            <a:endParaRPr lang="fr-FR" sz="12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solidFill>
                  <a:srgbClr val="000000"/>
                </a:solidFill>
                <a:latin typeface="Times New Roman" panose="02020603050405020304" pitchFamily="18" charset="0"/>
              </a:rPr>
              <a:t>Random</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effects</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Subject‑specific</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random</a:t>
            </a:r>
            <a:r>
              <a:rPr lang="fr-FR" sz="1200" kern="1200" dirty="0">
                <a:solidFill>
                  <a:srgbClr val="000000"/>
                </a:solidFill>
                <a:latin typeface="Times New Roman" panose="02020603050405020304" pitchFamily="18" charset="0"/>
              </a:rPr>
              <a:t> intercept (USUBJID)</a:t>
            </a: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a:solidFill>
                  <a:srgbClr val="000000"/>
                </a:solidFill>
                <a:latin typeface="Times New Roman" panose="02020603050405020304" pitchFamily="18" charset="0"/>
              </a:rPr>
              <a:t>Covariance: Compound </a:t>
            </a:r>
            <a:r>
              <a:rPr lang="fr-FR" sz="1200" kern="1200" dirty="0" err="1">
                <a:solidFill>
                  <a:srgbClr val="000000"/>
                </a:solidFill>
                <a:latin typeface="Times New Roman" panose="02020603050405020304" pitchFamily="18" charset="0"/>
              </a:rPr>
              <a:t>Symmetry</a:t>
            </a:r>
            <a:r>
              <a:rPr lang="fr-FR" sz="1200" kern="1200" dirty="0">
                <a:solidFill>
                  <a:srgbClr val="000000"/>
                </a:solidFill>
                <a:latin typeface="Times New Roman" panose="02020603050405020304" pitchFamily="18" charset="0"/>
              </a:rPr>
              <a:t> (CS)</a:t>
            </a:r>
            <a:endParaRPr lang="fr-FR" sz="16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fr-FR" sz="1600" kern="1200" dirty="0" err="1">
                <a:solidFill>
                  <a:srgbClr val="000000"/>
                </a:solidFill>
                <a:latin typeface="Times New Roman" panose="02020603050405020304" pitchFamily="18" charset="0"/>
              </a:rPr>
              <a:t>Generalized</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Logit</a:t>
            </a:r>
            <a:r>
              <a:rPr lang="fr-FR" sz="1600" kern="1200" dirty="0">
                <a:solidFill>
                  <a:srgbClr val="000000"/>
                </a:solidFill>
                <a:latin typeface="Times New Roman" panose="02020603050405020304" pitchFamily="18" charset="0"/>
              </a:rPr>
              <a:t> Equations</a:t>
            </a: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a:solidFill>
                  <a:srgbClr val="000000"/>
                </a:solidFill>
                <a:latin typeface="Times New Roman" panose="02020603050405020304" pitchFamily="18" charset="0"/>
              </a:rPr>
              <a:t>For </a:t>
            </a:r>
            <a:r>
              <a:rPr lang="fr-FR" sz="1200" kern="1200" dirty="0" err="1">
                <a:solidFill>
                  <a:srgbClr val="000000"/>
                </a:solidFill>
                <a:latin typeface="Times New Roman" panose="02020603050405020304" pitchFamily="18" charset="0"/>
              </a:rPr>
              <a:t>each</a:t>
            </a:r>
            <a:r>
              <a:rPr lang="fr-FR" sz="1200" kern="1200" dirty="0">
                <a:solidFill>
                  <a:srgbClr val="000000"/>
                </a:solidFill>
                <a:latin typeface="Times New Roman" panose="02020603050405020304" pitchFamily="18" charset="0"/>
              </a:rPr>
              <a:t> non‑</a:t>
            </a:r>
            <a:r>
              <a:rPr lang="fr-FR" sz="1200" kern="1200" dirty="0" err="1">
                <a:solidFill>
                  <a:srgbClr val="000000"/>
                </a:solidFill>
                <a:latin typeface="Times New Roman" panose="02020603050405020304" pitchFamily="18" charset="0"/>
              </a:rPr>
              <a:t>reference</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category</a:t>
            </a:r>
            <a:r>
              <a:rPr lang="fr-FR" sz="1200" kern="1200" dirty="0">
                <a:solidFill>
                  <a:srgbClr val="000000"/>
                </a:solidFill>
                <a:latin typeface="Times New Roman" panose="02020603050405020304" pitchFamily="18" charset="0"/>
              </a:rPr>
              <a:t> k:</a:t>
            </a:r>
          </a:p>
          <a:p>
            <a:pPr marL="342900" indent="-342900" defTabSz="914400" fontAlgn="base">
              <a:lnSpc>
                <a:spcPct val="100000"/>
              </a:lnSpc>
              <a:spcBef>
                <a:spcPct val="20000"/>
              </a:spcBef>
              <a:spcAft>
                <a:spcPct val="0"/>
              </a:spcAft>
              <a:buClr>
                <a:srgbClr val="D52B17"/>
              </a:buClr>
              <a:buSzTx/>
              <a:buFontTx/>
              <a:buChar char="•"/>
              <a:defRPr/>
            </a:pPr>
            <a:endParaRPr lang="fr-FR" sz="16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endParaRPr lang="fr-FR" sz="16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endParaRPr lang="fr-FR" sz="1600" kern="1200" dirty="0">
              <a:solidFill>
                <a:srgbClr val="000000"/>
              </a:solidFill>
              <a:latin typeface="Times New Roman" panose="02020603050405020304" pitchFamily="18" charset="0"/>
            </a:endParaRPr>
          </a:p>
        </p:txBody>
      </p:sp>
      <p:sp>
        <p:nvSpPr>
          <p:cNvPr id="9" name="TextBox 8">
            <a:extLst>
              <a:ext uri="{FF2B5EF4-FFF2-40B4-BE49-F238E27FC236}">
                <a16:creationId xmlns:a16="http://schemas.microsoft.com/office/drawing/2014/main" id="{8104688A-5422-F810-C542-31E14A3B81F1}"/>
              </a:ext>
            </a:extLst>
          </p:cNvPr>
          <p:cNvSpPr txBox="1"/>
          <p:nvPr/>
        </p:nvSpPr>
        <p:spPr>
          <a:xfrm>
            <a:off x="609600" y="4909806"/>
            <a:ext cx="6096000" cy="781752"/>
          </a:xfrm>
          <a:prstGeom prst="rect">
            <a:avLst/>
          </a:prstGeom>
          <a:noFill/>
        </p:spPr>
        <p:txBody>
          <a:bodyPr wrap="square">
            <a:spAutoFit/>
          </a:bodyPr>
          <a:lstStyle/>
          <a:p>
            <a:pPr marL="342900" indent="-342900" defTabSz="914400" fontAlgn="base">
              <a:lnSpc>
                <a:spcPct val="100000"/>
              </a:lnSpc>
              <a:spcBef>
                <a:spcPct val="20000"/>
              </a:spcBef>
              <a:spcAft>
                <a:spcPct val="0"/>
              </a:spcAft>
              <a:buClr>
                <a:srgbClr val="D52B17"/>
              </a:buClr>
              <a:buSzTx/>
              <a:buFontTx/>
              <a:buChar char="•"/>
              <a:defRPr/>
            </a:pPr>
            <a:r>
              <a:rPr lang="fr-FR" sz="1600" kern="1200" dirty="0" err="1">
                <a:solidFill>
                  <a:srgbClr val="000000"/>
                </a:solidFill>
                <a:latin typeface="Times New Roman" panose="02020603050405020304" pitchFamily="18" charset="0"/>
              </a:rPr>
              <a:t>Multinomal</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probabilities</a:t>
            </a:r>
            <a:endParaRPr lang="fr-FR" sz="16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a:solidFill>
                  <a:srgbClr val="000000"/>
                </a:solidFill>
                <a:latin typeface="Times New Roman" panose="02020603050405020304" pitchFamily="18" charset="0"/>
              </a:rPr>
              <a:t>For  k≠HS4:</a:t>
            </a:r>
          </a:p>
          <a:p>
            <a:pPr marL="480060" lvl="1" indent="-342900" defTabSz="914400" fontAlgn="base">
              <a:lnSpc>
                <a:spcPct val="100000"/>
              </a:lnSpc>
              <a:spcBef>
                <a:spcPct val="20000"/>
              </a:spcBef>
              <a:spcAft>
                <a:spcPct val="0"/>
              </a:spcAft>
              <a:buClr>
                <a:srgbClr val="D52B17"/>
              </a:buClr>
              <a:buSzTx/>
              <a:buFontTx/>
              <a:buChar char="•"/>
              <a:defRPr/>
            </a:pPr>
            <a:endParaRPr lang="fr-FR" sz="1200" kern="1200" dirty="0">
              <a:solidFill>
                <a:srgbClr val="000000"/>
              </a:solidFill>
              <a:latin typeface="Times New Roman" panose="02020603050405020304" pitchFamily="18" charset="0"/>
            </a:endParaRPr>
          </a:p>
        </p:txBody>
      </p:sp>
      <p:pic>
        <p:nvPicPr>
          <p:cNvPr id="11" name="Picture 10">
            <a:extLst>
              <a:ext uri="{FF2B5EF4-FFF2-40B4-BE49-F238E27FC236}">
                <a16:creationId xmlns:a16="http://schemas.microsoft.com/office/drawing/2014/main" id="{8052E8D5-3C8A-A5C4-ED48-6FD1D982137C}"/>
              </a:ext>
            </a:extLst>
          </p:cNvPr>
          <p:cNvPicPr>
            <a:picLocks noChangeAspect="1"/>
          </p:cNvPicPr>
          <p:nvPr/>
        </p:nvPicPr>
        <p:blipFill>
          <a:blip r:embed="rId2"/>
          <a:stretch>
            <a:fillRect/>
          </a:stretch>
        </p:blipFill>
        <p:spPr>
          <a:xfrm>
            <a:off x="2093195" y="5186957"/>
            <a:ext cx="2676525" cy="609600"/>
          </a:xfrm>
          <a:prstGeom prst="rect">
            <a:avLst/>
          </a:prstGeom>
        </p:spPr>
      </p:pic>
      <p:sp>
        <p:nvSpPr>
          <p:cNvPr id="12" name="TextBox 11">
            <a:extLst>
              <a:ext uri="{FF2B5EF4-FFF2-40B4-BE49-F238E27FC236}">
                <a16:creationId xmlns:a16="http://schemas.microsoft.com/office/drawing/2014/main" id="{F67AC4C1-6216-A17D-A6FC-CA4FABD6F180}"/>
              </a:ext>
            </a:extLst>
          </p:cNvPr>
          <p:cNvSpPr txBox="1"/>
          <p:nvPr/>
        </p:nvSpPr>
        <p:spPr>
          <a:xfrm>
            <a:off x="963562" y="5850471"/>
            <a:ext cx="2694038" cy="592587"/>
          </a:xfrm>
          <a:prstGeom prst="rect">
            <a:avLst/>
          </a:prstGeom>
          <a:noFill/>
        </p:spPr>
        <p:txBody>
          <a:bodyPr wrap="square" lIns="0" tIns="0" rIns="0" bIns="0" rtlCol="0">
            <a:noAutofit/>
          </a:bodyPr>
          <a:lstStyle/>
          <a:p>
            <a:pPr marL="480060" lvl="1" indent="-342900" fontAlgn="base">
              <a:spcBef>
                <a:spcPct val="20000"/>
              </a:spcBef>
              <a:spcAft>
                <a:spcPct val="0"/>
              </a:spcAft>
              <a:buClr>
                <a:srgbClr val="D52B17"/>
              </a:buClr>
              <a:buFontTx/>
              <a:buChar char="•"/>
              <a:defRPr/>
            </a:pPr>
            <a:r>
              <a:rPr lang="fr-FR" sz="1200" kern="1200" dirty="0">
                <a:latin typeface="Times New Roman" panose="02020603050405020304" pitchFamily="18" charset="0"/>
              </a:rPr>
              <a:t>For k=HS4</a:t>
            </a:r>
          </a:p>
        </p:txBody>
      </p:sp>
      <p:pic>
        <p:nvPicPr>
          <p:cNvPr id="14" name="Picture 13">
            <a:extLst>
              <a:ext uri="{FF2B5EF4-FFF2-40B4-BE49-F238E27FC236}">
                <a16:creationId xmlns:a16="http://schemas.microsoft.com/office/drawing/2014/main" id="{ABBBFA1C-8A70-52E2-75AA-1468E6A33AE4}"/>
              </a:ext>
            </a:extLst>
          </p:cNvPr>
          <p:cNvPicPr>
            <a:picLocks noChangeAspect="1"/>
          </p:cNvPicPr>
          <p:nvPr/>
        </p:nvPicPr>
        <p:blipFill>
          <a:blip r:embed="rId3"/>
          <a:stretch>
            <a:fillRect/>
          </a:stretch>
        </p:blipFill>
        <p:spPr>
          <a:xfrm>
            <a:off x="2093195" y="6028563"/>
            <a:ext cx="2867025" cy="542925"/>
          </a:xfrm>
          <a:prstGeom prst="rect">
            <a:avLst/>
          </a:prstGeom>
        </p:spPr>
      </p:pic>
      <p:sp>
        <p:nvSpPr>
          <p:cNvPr id="17" name="TextBox 16">
            <a:extLst>
              <a:ext uri="{FF2B5EF4-FFF2-40B4-BE49-F238E27FC236}">
                <a16:creationId xmlns:a16="http://schemas.microsoft.com/office/drawing/2014/main" id="{60DB3584-E7FD-854D-2A73-328B4074F11A}"/>
              </a:ext>
            </a:extLst>
          </p:cNvPr>
          <p:cNvSpPr txBox="1"/>
          <p:nvPr/>
        </p:nvSpPr>
        <p:spPr>
          <a:xfrm>
            <a:off x="9889588" y="6510528"/>
            <a:ext cx="209217" cy="45719"/>
          </a:xfrm>
          <a:prstGeom prst="rect">
            <a:avLst/>
          </a:prstGeom>
          <a:noFill/>
        </p:spPr>
        <p:txBody>
          <a:bodyPr wrap="square" lIns="0" tIns="0" rIns="0" bIns="0" rtlCol="0">
            <a:noAutofit/>
          </a:bodyPr>
          <a:lstStyle/>
          <a:p>
            <a:pPr algn="l">
              <a:lnSpc>
                <a:spcPct val="90000"/>
              </a:lnSpc>
            </a:pPr>
            <a:endParaRPr lang="en-US" sz="1800" dirty="0">
              <a:latin typeface="+mn-lt"/>
            </a:endParaRPr>
          </a:p>
        </p:txBody>
      </p:sp>
      <p:sp>
        <p:nvSpPr>
          <p:cNvPr id="18" name="TextBox 17">
            <a:extLst>
              <a:ext uri="{FF2B5EF4-FFF2-40B4-BE49-F238E27FC236}">
                <a16:creationId xmlns:a16="http://schemas.microsoft.com/office/drawing/2014/main" id="{1FED0F8A-019A-2013-F9C1-22CE3DF38B62}"/>
              </a:ext>
            </a:extLst>
          </p:cNvPr>
          <p:cNvSpPr txBox="1"/>
          <p:nvPr/>
        </p:nvSpPr>
        <p:spPr>
          <a:xfrm>
            <a:off x="7988808" y="3748719"/>
            <a:ext cx="6096000" cy="1224951"/>
          </a:xfrm>
          <a:prstGeom prst="rect">
            <a:avLst/>
          </a:prstGeom>
          <a:noFill/>
        </p:spPr>
        <p:txBody>
          <a:bodyPr wrap="square">
            <a:spAutoFit/>
          </a:bodyPr>
          <a:lstStyle/>
          <a:p>
            <a:pPr marL="342900" indent="-342900" defTabSz="914400" fontAlgn="base">
              <a:lnSpc>
                <a:spcPct val="100000"/>
              </a:lnSpc>
              <a:spcBef>
                <a:spcPct val="20000"/>
              </a:spcBef>
              <a:spcAft>
                <a:spcPct val="0"/>
              </a:spcAft>
              <a:buClr>
                <a:srgbClr val="D52B17"/>
              </a:buClr>
              <a:buSzTx/>
              <a:buFontTx/>
              <a:buChar char="•"/>
              <a:defRPr/>
            </a:pPr>
            <a:r>
              <a:rPr lang="fr-FR" sz="1600" kern="1200" dirty="0" err="1">
                <a:latin typeface="Times New Roman" panose="02020603050405020304" pitchFamily="18" charset="0"/>
              </a:rPr>
              <a:t>Random</a:t>
            </a:r>
            <a:r>
              <a:rPr lang="fr-FR" sz="1600" kern="1200" dirty="0">
                <a:latin typeface="Times New Roman" panose="02020603050405020304" pitchFamily="18" charset="0"/>
              </a:rPr>
              <a:t> </a:t>
            </a:r>
            <a:r>
              <a:rPr lang="fr-FR" sz="1600" kern="1200" dirty="0" err="1">
                <a:latin typeface="Times New Roman" panose="02020603050405020304" pitchFamily="18" charset="0"/>
              </a:rPr>
              <a:t>effects</a:t>
            </a:r>
            <a:endParaRPr lang="fr-FR" sz="16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latin typeface="Times New Roman" panose="02020603050405020304" pitchFamily="18" charset="0"/>
              </a:rPr>
              <a:t>Random</a:t>
            </a:r>
            <a:r>
              <a:rPr lang="fr-FR" sz="1200" kern="1200" dirty="0">
                <a:latin typeface="Times New Roman" panose="02020603050405020304" pitchFamily="18" charset="0"/>
              </a:rPr>
              <a:t> intercept per </a:t>
            </a:r>
            <a:r>
              <a:rPr lang="fr-FR" sz="1200" kern="1200" dirty="0" err="1">
                <a:latin typeface="Times New Roman" panose="02020603050405020304" pitchFamily="18" charset="0"/>
              </a:rPr>
              <a:t>subject</a:t>
            </a:r>
            <a:endParaRPr lang="fr-FR" sz="1200" kern="1200" dirty="0">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200" kern="1200" dirty="0" err="1">
                <a:solidFill>
                  <a:srgbClr val="000000"/>
                </a:solidFill>
                <a:latin typeface="Times New Roman" panose="02020603050405020304" pitchFamily="18" charset="0"/>
              </a:rPr>
              <a:t>Compouns</a:t>
            </a:r>
            <a:r>
              <a:rPr lang="fr-FR" sz="1200" kern="1200" dirty="0">
                <a:solidFill>
                  <a:srgbClr val="000000"/>
                </a:solidFill>
                <a:latin typeface="Times New Roman" panose="02020603050405020304" pitchFamily="18" charset="0"/>
              </a:rPr>
              <a:t> </a:t>
            </a:r>
            <a:r>
              <a:rPr lang="fr-FR" sz="1200" kern="1200" dirty="0" err="1">
                <a:solidFill>
                  <a:srgbClr val="000000"/>
                </a:solidFill>
                <a:latin typeface="Times New Roman" panose="02020603050405020304" pitchFamily="18" charset="0"/>
              </a:rPr>
              <a:t>symmetry</a:t>
            </a:r>
            <a:r>
              <a:rPr lang="fr-FR" sz="1200" kern="1200" dirty="0">
                <a:solidFill>
                  <a:srgbClr val="000000"/>
                </a:solidFill>
                <a:latin typeface="Times New Roman" panose="02020603050405020304" pitchFamily="18" charset="0"/>
              </a:rPr>
              <a:t> variance co</a:t>
            </a:r>
            <a:r>
              <a:rPr lang="fr-FR" sz="1200" kern="1200" dirty="0">
                <a:latin typeface="Times New Roman" panose="02020603050405020304" pitchFamily="18" charset="0"/>
              </a:rPr>
              <a:t>variance structure</a:t>
            </a:r>
          </a:p>
          <a:p>
            <a:pPr marL="480060" lvl="1" indent="-342900" defTabSz="914400" fontAlgn="base">
              <a:lnSpc>
                <a:spcPct val="100000"/>
              </a:lnSpc>
              <a:spcBef>
                <a:spcPct val="20000"/>
              </a:spcBef>
              <a:spcAft>
                <a:spcPct val="0"/>
              </a:spcAft>
              <a:buClr>
                <a:srgbClr val="D52B17"/>
              </a:buClr>
              <a:buSzTx/>
              <a:buFontTx/>
              <a:buChar char="•"/>
              <a:defRPr/>
            </a:pPr>
            <a:endParaRPr lang="fr-FR" sz="12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endParaRPr lang="fr-FR" sz="1200" kern="1200" dirty="0">
              <a:solidFill>
                <a:srgbClr val="000000"/>
              </a:solidFill>
              <a:latin typeface="Times New Roman" panose="02020603050405020304" pitchFamily="18" charset="0"/>
            </a:endParaRPr>
          </a:p>
        </p:txBody>
      </p:sp>
      <p:pic>
        <p:nvPicPr>
          <p:cNvPr id="15" name="Picture 14">
            <a:extLst>
              <a:ext uri="{FF2B5EF4-FFF2-40B4-BE49-F238E27FC236}">
                <a16:creationId xmlns:a16="http://schemas.microsoft.com/office/drawing/2014/main" id="{931DBCB6-4D37-6F36-58D8-72AE9E810656}"/>
              </a:ext>
            </a:extLst>
          </p:cNvPr>
          <p:cNvPicPr>
            <a:picLocks noChangeAspect="1"/>
          </p:cNvPicPr>
          <p:nvPr/>
        </p:nvPicPr>
        <p:blipFill>
          <a:blip r:embed="rId4"/>
          <a:stretch>
            <a:fillRect/>
          </a:stretch>
        </p:blipFill>
        <p:spPr>
          <a:xfrm>
            <a:off x="566927" y="3952314"/>
            <a:ext cx="7239000" cy="552450"/>
          </a:xfrm>
          <a:prstGeom prst="rect">
            <a:avLst/>
          </a:prstGeom>
        </p:spPr>
      </p:pic>
      <p:pic>
        <p:nvPicPr>
          <p:cNvPr id="19" name="Picture 18">
            <a:extLst>
              <a:ext uri="{FF2B5EF4-FFF2-40B4-BE49-F238E27FC236}">
                <a16:creationId xmlns:a16="http://schemas.microsoft.com/office/drawing/2014/main" id="{B613A3CE-A0A0-B222-FF2E-BA987875A7FE}"/>
              </a:ext>
            </a:extLst>
          </p:cNvPr>
          <p:cNvPicPr>
            <a:picLocks noChangeAspect="1"/>
          </p:cNvPicPr>
          <p:nvPr/>
        </p:nvPicPr>
        <p:blipFill>
          <a:blip r:embed="rId5"/>
          <a:stretch>
            <a:fillRect/>
          </a:stretch>
        </p:blipFill>
        <p:spPr>
          <a:xfrm>
            <a:off x="9053323" y="4538523"/>
            <a:ext cx="2419350" cy="228600"/>
          </a:xfrm>
          <a:prstGeom prst="rect">
            <a:avLst/>
          </a:prstGeom>
        </p:spPr>
      </p:pic>
    </p:spTree>
    <p:extLst>
      <p:ext uri="{BB962C8B-B14F-4D97-AF65-F5344CB8AC3E}">
        <p14:creationId xmlns:p14="http://schemas.microsoft.com/office/powerpoint/2010/main" val="2678219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E69B0-E0DC-901F-5A65-F1552D40F80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2AC2266-ADF5-4D2F-46E0-856DE278AEDA}"/>
              </a:ext>
            </a:extLst>
          </p:cNvPr>
          <p:cNvSpPr>
            <a:spLocks noGrp="1"/>
          </p:cNvSpPr>
          <p:nvPr>
            <p:ph type="title"/>
          </p:nvPr>
        </p:nvSpPr>
        <p:spPr/>
        <p:txBody>
          <a:bodyPr/>
          <a:lstStyle/>
          <a:p>
            <a:r>
              <a:rPr lang="fr-FR" sz="4000" dirty="0"/>
              <a:t>Conclusion and discussion</a:t>
            </a:r>
            <a:endParaRPr lang="en-US" sz="4000" dirty="0"/>
          </a:p>
        </p:txBody>
      </p:sp>
      <p:sp>
        <p:nvSpPr>
          <p:cNvPr id="4" name="Footer Placeholder 3">
            <a:extLst>
              <a:ext uri="{FF2B5EF4-FFF2-40B4-BE49-F238E27FC236}">
                <a16:creationId xmlns:a16="http://schemas.microsoft.com/office/drawing/2014/main" id="{507CE2CD-DE68-0C56-3A33-97F7464816DD}"/>
              </a:ext>
            </a:extLst>
          </p:cNvPr>
          <p:cNvSpPr>
            <a:spLocks noGrp="1"/>
          </p:cNvSpPr>
          <p:nvPr>
            <p:ph type="ftr" sz="quarter" idx="12"/>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4CDF31A9-43CC-BCC6-5F86-7EDEFF0010DB}"/>
              </a:ext>
            </a:extLst>
          </p:cNvPr>
          <p:cNvSpPr>
            <a:spLocks noGrp="1"/>
          </p:cNvSpPr>
          <p:nvPr>
            <p:ph type="sldNum" idx="13"/>
          </p:nvPr>
        </p:nvSpPr>
        <p:spPr/>
        <p:txBody>
          <a:bodyPr/>
          <a:lstStyle/>
          <a:p>
            <a:fld id="{00000000-1234-1234-1234-123412341234}" type="slidenum">
              <a:rPr lang="en" smtClean="0"/>
              <a:pPr/>
              <a:t>15</a:t>
            </a:fld>
            <a:endParaRPr lang="en"/>
          </a:p>
        </p:txBody>
      </p:sp>
    </p:spTree>
    <p:extLst>
      <p:ext uri="{BB962C8B-B14F-4D97-AF65-F5344CB8AC3E}">
        <p14:creationId xmlns:p14="http://schemas.microsoft.com/office/powerpoint/2010/main" val="1347646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92C4A-6DE8-55D4-7409-315F5DDBC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6C126-1DD0-B535-5F2A-95B143C94148}"/>
              </a:ext>
            </a:extLst>
          </p:cNvPr>
          <p:cNvSpPr>
            <a:spLocks noGrp="1"/>
          </p:cNvSpPr>
          <p:nvPr>
            <p:ph type="title"/>
          </p:nvPr>
        </p:nvSpPr>
        <p:spPr/>
        <p:txBody>
          <a:bodyPr/>
          <a:lstStyle/>
          <a:p>
            <a:r>
              <a:rPr lang="de-DE" dirty="0"/>
              <a:t>Conclusion and discussion</a:t>
            </a:r>
            <a:endParaRPr lang="en-US" dirty="0"/>
          </a:p>
        </p:txBody>
      </p:sp>
      <p:sp>
        <p:nvSpPr>
          <p:cNvPr id="3" name="Footer Placeholder 2">
            <a:extLst>
              <a:ext uri="{FF2B5EF4-FFF2-40B4-BE49-F238E27FC236}">
                <a16:creationId xmlns:a16="http://schemas.microsoft.com/office/drawing/2014/main" id="{C0BAAD7C-7400-2E12-5AD7-36F0254AB8DD}"/>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FB8BEFBA-9030-2005-BEDA-A3C1CD8935ED}"/>
              </a:ext>
            </a:extLst>
          </p:cNvPr>
          <p:cNvSpPr>
            <a:spLocks noGrp="1"/>
          </p:cNvSpPr>
          <p:nvPr>
            <p:ph type="sldNum" sz="quarter" idx="11"/>
          </p:nvPr>
        </p:nvSpPr>
        <p:spPr/>
        <p:txBody>
          <a:bodyPr/>
          <a:lstStyle/>
          <a:p>
            <a:fld id="{48135D20-C3A1-FF4C-B4DB-BE449A9B144D}" type="slidenum">
              <a:rPr lang="en-US" smtClean="0"/>
              <a:t>16</a:t>
            </a:fld>
            <a:endParaRPr lang="en-US"/>
          </a:p>
        </p:txBody>
      </p:sp>
      <p:sp>
        <p:nvSpPr>
          <p:cNvPr id="5" name="Content Placeholder 6">
            <a:extLst>
              <a:ext uri="{FF2B5EF4-FFF2-40B4-BE49-F238E27FC236}">
                <a16:creationId xmlns:a16="http://schemas.microsoft.com/office/drawing/2014/main" id="{18A76832-5F3A-33D2-EEA6-7499D7447BF0}"/>
              </a:ext>
            </a:extLst>
          </p:cNvPr>
          <p:cNvSpPr txBox="1">
            <a:spLocks/>
          </p:cNvSpPr>
          <p:nvPr/>
        </p:nvSpPr>
        <p:spPr>
          <a:xfrm>
            <a:off x="566927" y="1164113"/>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r>
              <a:rPr lang="fr-FR" sz="2000" kern="1200" dirty="0">
                <a:solidFill>
                  <a:srgbClr val="000000"/>
                </a:solidFill>
                <a:latin typeface="Times New Roman" panose="02020603050405020304" pitchFamily="18" charset="0"/>
              </a:rPr>
              <a:t>Model </a:t>
            </a:r>
            <a:r>
              <a:rPr lang="fr-FR" sz="2000" kern="1200" dirty="0" err="1">
                <a:solidFill>
                  <a:srgbClr val="000000"/>
                </a:solidFill>
                <a:latin typeface="Times New Roman" panose="02020603050405020304" pitchFamily="18" charset="0"/>
              </a:rPr>
              <a:t>accounts</a:t>
            </a:r>
            <a:r>
              <a:rPr lang="fr-FR" sz="2000" kern="1200" dirty="0">
                <a:solidFill>
                  <a:srgbClr val="000000"/>
                </a:solidFill>
                <a:latin typeface="Times New Roman" panose="02020603050405020304" pitchFamily="18" charset="0"/>
              </a:rPr>
              <a:t> for the </a:t>
            </a:r>
            <a:r>
              <a:rPr lang="fr-FR" sz="2000" kern="1200" dirty="0" err="1">
                <a:solidFill>
                  <a:srgbClr val="000000"/>
                </a:solidFill>
                <a:latin typeface="Times New Roman" panose="02020603050405020304" pitchFamily="18" charset="0"/>
              </a:rPr>
              <a:t>fact</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that</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clinical</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approach</a:t>
            </a:r>
            <a:r>
              <a:rPr lang="fr-FR" sz="2000" kern="1200" dirty="0">
                <a:solidFill>
                  <a:srgbClr val="000000"/>
                </a:solidFill>
                <a:latin typeface="Times New Roman" panose="02020603050405020304" pitchFamily="18" charset="0"/>
              </a:rPr>
              <a:t> of OSA </a:t>
            </a:r>
            <a:r>
              <a:rPr lang="fr-FR" sz="2000" kern="1200" dirty="0" err="1">
                <a:solidFill>
                  <a:srgbClr val="000000"/>
                </a:solidFill>
                <a:latin typeface="Times New Roman" panose="02020603050405020304" pitchFamily="18" charset="0"/>
              </a:rPr>
              <a:t>is</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driven</a:t>
            </a:r>
            <a:r>
              <a:rPr lang="fr-FR" sz="2000" kern="1200" dirty="0">
                <a:solidFill>
                  <a:srgbClr val="000000"/>
                </a:solidFill>
                <a:latin typeface="Times New Roman" panose="02020603050405020304" pitchFamily="18" charset="0"/>
              </a:rPr>
              <a:t> by </a:t>
            </a:r>
            <a:r>
              <a:rPr lang="fr-FR" sz="2000" kern="1200" dirty="0" err="1">
                <a:solidFill>
                  <a:srgbClr val="000000"/>
                </a:solidFill>
                <a:latin typeface="Times New Roman" panose="02020603050405020304" pitchFamily="18" charset="0"/>
              </a:rPr>
              <a:t>established</a:t>
            </a:r>
            <a:r>
              <a:rPr lang="fr-FR" sz="2000" kern="1200" dirty="0">
                <a:solidFill>
                  <a:srgbClr val="000000"/>
                </a:solidFill>
                <a:latin typeface="Times New Roman" panose="02020603050405020304" pitchFamily="18" charset="0"/>
              </a:rPr>
              <a:t> OSA </a:t>
            </a:r>
            <a:r>
              <a:rPr lang="fr-FR" sz="2000" kern="1200" dirty="0" err="1">
                <a:solidFill>
                  <a:srgbClr val="000000"/>
                </a:solidFill>
                <a:latin typeface="Times New Roman" panose="02020603050405020304" pitchFamily="18" charset="0"/>
              </a:rPr>
              <a:t>categories</a:t>
            </a:r>
            <a:endParaRPr lang="fr-FR" sz="20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fr-FR" sz="2000" kern="1200" dirty="0">
                <a:solidFill>
                  <a:srgbClr val="000000"/>
                </a:solidFill>
                <a:latin typeface="Times New Roman" panose="02020603050405020304" pitchFamily="18" charset="0"/>
              </a:rPr>
              <a:t>Use of IPD data: </a:t>
            </a:r>
            <a:r>
              <a:rPr lang="fr-FR" sz="2000" kern="1200" dirty="0" err="1">
                <a:solidFill>
                  <a:srgbClr val="000000"/>
                </a:solidFill>
                <a:latin typeface="Times New Roman" panose="02020603050405020304" pitchFamily="18" charset="0"/>
              </a:rPr>
              <a:t>better</a:t>
            </a:r>
            <a:r>
              <a:rPr lang="fr-FR" sz="2000" kern="1200" dirty="0">
                <a:solidFill>
                  <a:srgbClr val="000000"/>
                </a:solidFill>
                <a:latin typeface="Times New Roman" panose="02020603050405020304" pitchFamily="18" charset="0"/>
              </a:rPr>
              <a:t> estimations, </a:t>
            </a:r>
            <a:r>
              <a:rPr lang="fr-FR" sz="2000" kern="1200" dirty="0" err="1">
                <a:solidFill>
                  <a:srgbClr val="000000"/>
                </a:solidFill>
                <a:latin typeface="Times New Roman" panose="02020603050405020304" pitchFamily="18" charset="0"/>
              </a:rPr>
              <a:t>adjustment</a:t>
            </a:r>
            <a:r>
              <a:rPr lang="fr-FR" sz="2000" kern="1200" dirty="0">
                <a:solidFill>
                  <a:srgbClr val="000000"/>
                </a:solidFill>
                <a:latin typeface="Times New Roman" panose="02020603050405020304" pitchFamily="18" charset="0"/>
              </a:rPr>
              <a:t> for </a:t>
            </a:r>
            <a:r>
              <a:rPr lang="fr-FR" sz="2000" kern="1200" dirty="0" err="1">
                <a:solidFill>
                  <a:srgbClr val="000000"/>
                </a:solidFill>
                <a:latin typeface="Times New Roman" panose="02020603050405020304" pitchFamily="18" charset="0"/>
              </a:rPr>
              <a:t>covariates</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avoid</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ecological</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bias</a:t>
            </a:r>
            <a:endParaRPr lang="fr-FR" sz="20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fr-FR" sz="2000" kern="1200" dirty="0" err="1">
                <a:solidFill>
                  <a:srgbClr val="000000"/>
                </a:solidFill>
                <a:latin typeface="Times New Roman" panose="02020603050405020304" pitchFamily="18" charset="0"/>
              </a:rPr>
              <a:t>Models</a:t>
            </a:r>
            <a:r>
              <a:rPr lang="fr-FR" sz="2000" kern="1200" dirty="0">
                <a:solidFill>
                  <a:srgbClr val="000000"/>
                </a:solidFill>
                <a:latin typeface="Times New Roman" panose="02020603050405020304" pitchFamily="18" charset="0"/>
              </a:rPr>
              <a:t> can </a:t>
            </a:r>
            <a:r>
              <a:rPr lang="fr-FR" sz="2000" kern="1200" dirty="0" err="1">
                <a:solidFill>
                  <a:srgbClr val="000000"/>
                </a:solidFill>
                <a:latin typeface="Times New Roman" panose="02020603050405020304" pitchFamily="18" charset="0"/>
              </a:rPr>
              <a:t>account</a:t>
            </a:r>
            <a:r>
              <a:rPr lang="fr-FR" sz="2000" kern="1200" dirty="0">
                <a:solidFill>
                  <a:srgbClr val="000000"/>
                </a:solidFill>
                <a:latin typeface="Times New Roman" panose="02020603050405020304" pitchFamily="18" charset="0"/>
              </a:rPr>
              <a:t> for OSA </a:t>
            </a:r>
            <a:r>
              <a:rPr lang="fr-FR" sz="2000" kern="1200" dirty="0" err="1">
                <a:solidFill>
                  <a:srgbClr val="000000"/>
                </a:solidFill>
                <a:latin typeface="Times New Roman" panose="02020603050405020304" pitchFamily="18" charset="0"/>
              </a:rPr>
              <a:t>remission</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unlike</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risk</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equations</a:t>
            </a:r>
            <a:r>
              <a:rPr lang="fr-FR" sz="2000" kern="1200" dirty="0">
                <a:solidFill>
                  <a:srgbClr val="000000"/>
                </a:solidFill>
                <a:latin typeface="Times New Roman" panose="02020603050405020304" pitchFamily="18" charset="0"/>
              </a:rPr>
              <a:t> in CEM</a:t>
            </a:r>
          </a:p>
          <a:p>
            <a:pPr marL="342900" indent="-342900" defTabSz="914400" fontAlgn="base">
              <a:lnSpc>
                <a:spcPct val="100000"/>
              </a:lnSpc>
              <a:spcBef>
                <a:spcPct val="20000"/>
              </a:spcBef>
              <a:spcAft>
                <a:spcPct val="0"/>
              </a:spcAft>
              <a:buClr>
                <a:srgbClr val="D52B17"/>
              </a:buClr>
              <a:buSzTx/>
              <a:buFontTx/>
              <a:buChar char="•"/>
              <a:defRPr/>
            </a:pPr>
            <a:r>
              <a:rPr lang="fr-FR" sz="2000" kern="1200" dirty="0">
                <a:solidFill>
                  <a:srgbClr val="000000"/>
                </a:solidFill>
                <a:latin typeface="Times New Roman" panose="02020603050405020304" pitchFamily="18" charset="0"/>
              </a:rPr>
              <a:t>Enables </a:t>
            </a:r>
          </a:p>
          <a:p>
            <a:pPr marL="480060" lvl="1" indent="-342900" defTabSz="914400" fontAlgn="base">
              <a:lnSpc>
                <a:spcPct val="100000"/>
              </a:lnSpc>
              <a:spcBef>
                <a:spcPct val="20000"/>
              </a:spcBef>
              <a:spcAft>
                <a:spcPct val="0"/>
              </a:spcAft>
              <a:buClr>
                <a:srgbClr val="D52B17"/>
              </a:buClr>
              <a:buSzTx/>
              <a:buFontTx/>
              <a:buChar char="•"/>
              <a:defRPr/>
            </a:pPr>
            <a:r>
              <a:rPr lang="fr-FR" sz="1600" kern="1200" dirty="0">
                <a:solidFill>
                  <a:srgbClr val="000000"/>
                </a:solidFill>
                <a:latin typeface="Times New Roman" panose="02020603050405020304" pitchFamily="18" charset="0"/>
              </a:rPr>
              <a:t>Estimation of </a:t>
            </a:r>
            <a:r>
              <a:rPr lang="fr-FR" sz="1600" kern="1200" dirty="0" err="1">
                <a:solidFill>
                  <a:srgbClr val="000000"/>
                </a:solidFill>
                <a:latin typeface="Times New Roman" panose="02020603050405020304" pitchFamily="18" charset="0"/>
              </a:rPr>
              <a:t>health</a:t>
            </a:r>
            <a:r>
              <a:rPr lang="fr-FR" sz="1600" kern="1200" dirty="0">
                <a:solidFill>
                  <a:srgbClr val="000000"/>
                </a:solidFill>
                <a:latin typeface="Times New Roman" panose="02020603050405020304" pitchFamily="18" charset="0"/>
              </a:rPr>
              <a:t> state </a:t>
            </a:r>
            <a:r>
              <a:rPr lang="fr-FR" sz="1600" kern="1200" dirty="0" err="1">
                <a:solidFill>
                  <a:srgbClr val="000000"/>
                </a:solidFill>
                <a:latin typeface="Times New Roman" panose="02020603050405020304" pitchFamily="18" charset="0"/>
              </a:rPr>
              <a:t>probability</a:t>
            </a:r>
            <a:endParaRPr lang="fr-FR" sz="16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600" kern="1200" dirty="0" err="1">
                <a:solidFill>
                  <a:srgbClr val="000000"/>
                </a:solidFill>
                <a:latin typeface="Times New Roman" panose="02020603050405020304" pitchFamily="18" charset="0"/>
              </a:rPr>
              <a:t>Generation</a:t>
            </a:r>
            <a:r>
              <a:rPr lang="fr-FR" sz="1600" kern="1200" dirty="0">
                <a:solidFill>
                  <a:srgbClr val="000000"/>
                </a:solidFill>
                <a:latin typeface="Times New Roman" panose="02020603050405020304" pitchFamily="18" charset="0"/>
              </a:rPr>
              <a:t> of Inputs for </a:t>
            </a:r>
            <a:r>
              <a:rPr lang="fr-FR" sz="1600" kern="1200" dirty="0" err="1">
                <a:solidFill>
                  <a:srgbClr val="000000"/>
                </a:solidFill>
                <a:latin typeface="Times New Roman" panose="02020603050405020304" pitchFamily="18" charset="0"/>
              </a:rPr>
              <a:t>costs</a:t>
            </a:r>
            <a:r>
              <a:rPr lang="fr-FR" sz="1600" kern="1200" dirty="0">
                <a:solidFill>
                  <a:srgbClr val="000000"/>
                </a:solidFill>
                <a:latin typeface="Times New Roman" panose="02020603050405020304" pitchFamily="18" charset="0"/>
              </a:rPr>
              <a:t> and </a:t>
            </a:r>
            <a:r>
              <a:rPr lang="fr-FR" sz="1600" kern="1200" dirty="0" err="1">
                <a:solidFill>
                  <a:srgbClr val="000000"/>
                </a:solidFill>
                <a:latin typeface="Times New Roman" panose="02020603050405020304" pitchFamily="18" charset="0"/>
              </a:rPr>
              <a:t>QoL</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calculation</a:t>
            </a:r>
            <a:r>
              <a:rPr lang="fr-FR" sz="1600" kern="1200" dirty="0">
                <a:solidFill>
                  <a:srgbClr val="000000"/>
                </a:solidFill>
                <a:latin typeface="Times New Roman" panose="02020603050405020304" pitchFamily="18" charset="0"/>
              </a:rPr>
              <a:t> in </a:t>
            </a:r>
            <a:r>
              <a:rPr lang="fr-FR" sz="1600" kern="1200" dirty="0" err="1">
                <a:solidFill>
                  <a:srgbClr val="000000"/>
                </a:solidFill>
                <a:latin typeface="Times New Roman" panose="02020603050405020304" pitchFamily="18" charset="0"/>
              </a:rPr>
              <a:t>economic</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evaluations</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Xiaoliu</a:t>
            </a:r>
            <a:r>
              <a:rPr lang="fr-FR" sz="1600" kern="1200" dirty="0">
                <a:solidFill>
                  <a:srgbClr val="000000"/>
                </a:solidFill>
                <a:latin typeface="Times New Roman" panose="02020603050405020304" pitchFamily="18" charset="0"/>
              </a:rPr>
              <a:t>?)</a:t>
            </a:r>
          </a:p>
          <a:p>
            <a:pPr marL="342900" indent="-342900" defTabSz="914400" fontAlgn="base">
              <a:lnSpc>
                <a:spcPct val="100000"/>
              </a:lnSpc>
              <a:spcBef>
                <a:spcPct val="20000"/>
              </a:spcBef>
              <a:spcAft>
                <a:spcPct val="0"/>
              </a:spcAft>
              <a:buClr>
                <a:srgbClr val="D52B17"/>
              </a:buClr>
              <a:buSzTx/>
              <a:buFontTx/>
              <a:buChar char="•"/>
              <a:defRPr/>
            </a:pPr>
            <a:r>
              <a:rPr lang="fr-FR" sz="2000" kern="1200" dirty="0">
                <a:solidFill>
                  <a:srgbClr val="000000"/>
                </a:solidFill>
                <a:latin typeface="Times New Roman" panose="02020603050405020304" pitchFamily="18" charset="0"/>
              </a:rPr>
              <a:t>Need to </a:t>
            </a:r>
            <a:r>
              <a:rPr lang="fr-FR" sz="2000" kern="1200" dirty="0" err="1">
                <a:solidFill>
                  <a:srgbClr val="000000"/>
                </a:solidFill>
                <a:latin typeface="Times New Roman" panose="02020603050405020304" pitchFamily="18" charset="0"/>
              </a:rPr>
              <a:t>insist</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when</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facing</a:t>
            </a:r>
            <a:r>
              <a:rPr lang="fr-FR" sz="2000" kern="1200" dirty="0">
                <a:solidFill>
                  <a:srgbClr val="000000"/>
                </a:solidFill>
                <a:latin typeface="Times New Roman" panose="02020603050405020304" pitchFamily="18" charset="0"/>
              </a:rPr>
              <a:t> convergence issues</a:t>
            </a:r>
          </a:p>
          <a:p>
            <a:pPr marL="342900" indent="-342900" defTabSz="914400" fontAlgn="base">
              <a:lnSpc>
                <a:spcPct val="100000"/>
              </a:lnSpc>
              <a:spcBef>
                <a:spcPct val="20000"/>
              </a:spcBef>
              <a:spcAft>
                <a:spcPct val="0"/>
              </a:spcAft>
              <a:buClr>
                <a:srgbClr val="D52B17"/>
              </a:buClr>
              <a:buSzTx/>
              <a:buFontTx/>
              <a:buChar char="•"/>
              <a:defRPr/>
            </a:pPr>
            <a:r>
              <a:rPr lang="fr-FR" sz="2000" kern="1200" dirty="0" err="1">
                <a:solidFill>
                  <a:srgbClr val="000000"/>
                </a:solidFill>
                <a:latin typeface="Times New Roman" panose="02020603050405020304" pitchFamily="18" charset="0"/>
              </a:rPr>
              <a:t>Possibility</a:t>
            </a:r>
            <a:r>
              <a:rPr lang="fr-FR" sz="2000" kern="1200" dirty="0">
                <a:solidFill>
                  <a:srgbClr val="000000"/>
                </a:solidFill>
                <a:latin typeface="Times New Roman" panose="02020603050405020304" pitchFamily="18" charset="0"/>
              </a:rPr>
              <a:t> to explore the </a:t>
            </a:r>
            <a:r>
              <a:rPr lang="fr-FR" sz="2000" kern="1200" dirty="0" err="1">
                <a:solidFill>
                  <a:srgbClr val="000000"/>
                </a:solidFill>
                <a:latin typeface="Times New Roman" panose="02020603050405020304" pitchFamily="18" charset="0"/>
              </a:rPr>
              <a:t>ordinality</a:t>
            </a:r>
            <a:r>
              <a:rPr lang="fr-FR" sz="2000" kern="1200" dirty="0">
                <a:solidFill>
                  <a:srgbClr val="000000"/>
                </a:solidFill>
                <a:latin typeface="Times New Roman" panose="02020603050405020304" pitchFamily="18" charset="0"/>
              </a:rPr>
              <a:t> nature of the data: </a:t>
            </a:r>
            <a:r>
              <a:rPr lang="fr-FR" sz="2000" kern="1200" dirty="0" err="1">
                <a:solidFill>
                  <a:srgbClr val="000000"/>
                </a:solidFill>
                <a:latin typeface="Times New Roman" panose="02020603050405020304" pitchFamily="18" charset="0"/>
              </a:rPr>
              <a:t>proportional</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odds</a:t>
            </a:r>
            <a:r>
              <a:rPr lang="fr-FR" sz="2000" kern="1200" dirty="0">
                <a:solidFill>
                  <a:srgbClr val="000000"/>
                </a:solidFill>
                <a:latin typeface="Times New Roman" panose="02020603050405020304" pitchFamily="18" charset="0"/>
              </a:rPr>
              <a:t> </a:t>
            </a:r>
            <a:r>
              <a:rPr lang="fr-FR" sz="2000" kern="1200" dirty="0" err="1">
                <a:solidFill>
                  <a:srgbClr val="000000"/>
                </a:solidFill>
                <a:latin typeface="Times New Roman" panose="02020603050405020304" pitchFamily="18" charset="0"/>
              </a:rPr>
              <a:t>models</a:t>
            </a:r>
            <a:endParaRPr lang="fr-FR" sz="1600" kern="12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652950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1B1C7D6-CBE7-7ACA-5C6B-FE60248C6B86}"/>
              </a:ext>
            </a:extLst>
          </p:cNvPr>
          <p:cNvSpPr>
            <a:spLocks noGrp="1"/>
          </p:cNvSpPr>
          <p:nvPr>
            <p:ph type="ftr" sz="quarter" idx="10"/>
          </p:nvPr>
        </p:nvSpPr>
        <p:spPr>
          <a:xfrm>
            <a:off x="4127968" y="6181196"/>
            <a:ext cx="3936064" cy="228885"/>
          </a:xfrm>
        </p:spPr>
        <p:txBody>
          <a:bodyPr/>
          <a:lstStyle/>
          <a:p>
            <a:r>
              <a:rPr lang="en-US"/>
              <a:t>Company Confidential  © 2024 Eli Lilly and Company</a:t>
            </a:r>
          </a:p>
        </p:txBody>
      </p:sp>
    </p:spTree>
    <p:extLst>
      <p:ext uri="{BB962C8B-B14F-4D97-AF65-F5344CB8AC3E}">
        <p14:creationId xmlns:p14="http://schemas.microsoft.com/office/powerpoint/2010/main" val="3593498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E8C0D-76A9-DF94-4595-FC325D7A550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ED85875-AD5F-ABBB-B0E8-7D4581D3DB3B}"/>
              </a:ext>
            </a:extLst>
          </p:cNvPr>
          <p:cNvSpPr>
            <a:spLocks noGrp="1"/>
          </p:cNvSpPr>
          <p:nvPr>
            <p:ph type="title"/>
          </p:nvPr>
        </p:nvSpPr>
        <p:spPr/>
        <p:txBody>
          <a:bodyPr/>
          <a:lstStyle/>
          <a:p>
            <a:r>
              <a:rPr lang="fr-FR" sz="4000" dirty="0"/>
              <a:t>Backup</a:t>
            </a:r>
            <a:endParaRPr lang="en-US" sz="4000" dirty="0"/>
          </a:p>
        </p:txBody>
      </p:sp>
      <p:sp>
        <p:nvSpPr>
          <p:cNvPr id="4" name="Footer Placeholder 3">
            <a:extLst>
              <a:ext uri="{FF2B5EF4-FFF2-40B4-BE49-F238E27FC236}">
                <a16:creationId xmlns:a16="http://schemas.microsoft.com/office/drawing/2014/main" id="{FEE8B1BE-7AC5-BCD6-67FA-12A73E63E697}"/>
              </a:ext>
            </a:extLst>
          </p:cNvPr>
          <p:cNvSpPr>
            <a:spLocks noGrp="1"/>
          </p:cNvSpPr>
          <p:nvPr>
            <p:ph type="ftr" sz="quarter" idx="12"/>
          </p:nvPr>
        </p:nvSpPr>
        <p:spPr/>
        <p:txBody>
          <a:bodyPr/>
          <a:lstStyle/>
          <a:p>
            <a:r>
              <a:rPr lang="en-US"/>
              <a:t>Company Confidential  © 2024 Eli Lilly and Company</a:t>
            </a:r>
          </a:p>
        </p:txBody>
      </p:sp>
      <p:sp>
        <p:nvSpPr>
          <p:cNvPr id="3" name="Slide Number Placeholder 2">
            <a:extLst>
              <a:ext uri="{FF2B5EF4-FFF2-40B4-BE49-F238E27FC236}">
                <a16:creationId xmlns:a16="http://schemas.microsoft.com/office/drawing/2014/main" id="{0E1ED212-9F93-1BC5-C8DF-E3030EBA727D}"/>
              </a:ext>
            </a:extLst>
          </p:cNvPr>
          <p:cNvSpPr>
            <a:spLocks noGrp="1"/>
          </p:cNvSpPr>
          <p:nvPr>
            <p:ph type="sldNum" idx="13"/>
          </p:nvPr>
        </p:nvSpPr>
        <p:spPr/>
        <p:txBody>
          <a:bodyPr/>
          <a:lstStyle/>
          <a:p>
            <a:fld id="{00000000-1234-1234-1234-123412341234}" type="slidenum">
              <a:rPr lang="en" smtClean="0"/>
              <a:pPr/>
              <a:t>18</a:t>
            </a:fld>
            <a:endParaRPr lang="en"/>
          </a:p>
        </p:txBody>
      </p:sp>
    </p:spTree>
    <p:extLst>
      <p:ext uri="{BB962C8B-B14F-4D97-AF65-F5344CB8AC3E}">
        <p14:creationId xmlns:p14="http://schemas.microsoft.com/office/powerpoint/2010/main" val="1034577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5288C-0FDF-40AE-7373-546710781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8A6BF-D596-D85A-CE75-E0AB7788BB31}"/>
              </a:ext>
            </a:extLst>
          </p:cNvPr>
          <p:cNvSpPr>
            <a:spLocks noGrp="1"/>
          </p:cNvSpPr>
          <p:nvPr>
            <p:ph type="title"/>
          </p:nvPr>
        </p:nvSpPr>
        <p:spPr/>
        <p:txBody>
          <a:bodyPr/>
          <a:lstStyle/>
          <a:p>
            <a:r>
              <a:rPr lang="de-DE" dirty="0"/>
              <a:t>R code – case 1</a:t>
            </a:r>
            <a:endParaRPr lang="en-US" dirty="0"/>
          </a:p>
        </p:txBody>
      </p:sp>
      <p:sp>
        <p:nvSpPr>
          <p:cNvPr id="3" name="Footer Placeholder 2">
            <a:extLst>
              <a:ext uri="{FF2B5EF4-FFF2-40B4-BE49-F238E27FC236}">
                <a16:creationId xmlns:a16="http://schemas.microsoft.com/office/drawing/2014/main" id="{2F12DA4E-49A3-2A65-9D0A-07D4058C44E4}"/>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B08274F3-C1B2-3DFF-B0F9-7EA97EB0CE85}"/>
              </a:ext>
            </a:extLst>
          </p:cNvPr>
          <p:cNvSpPr>
            <a:spLocks noGrp="1"/>
          </p:cNvSpPr>
          <p:nvPr>
            <p:ph type="sldNum" sz="quarter" idx="11"/>
          </p:nvPr>
        </p:nvSpPr>
        <p:spPr/>
        <p:txBody>
          <a:bodyPr/>
          <a:lstStyle/>
          <a:p>
            <a:fld id="{48135D20-C3A1-FF4C-B4DB-BE449A9B144D}" type="slidenum">
              <a:rPr lang="en-US" smtClean="0"/>
              <a:t>19</a:t>
            </a:fld>
            <a:endParaRPr lang="en-US"/>
          </a:p>
        </p:txBody>
      </p:sp>
      <p:sp>
        <p:nvSpPr>
          <p:cNvPr id="5" name="Content Placeholder 6">
            <a:extLst>
              <a:ext uri="{FF2B5EF4-FFF2-40B4-BE49-F238E27FC236}">
                <a16:creationId xmlns:a16="http://schemas.microsoft.com/office/drawing/2014/main" id="{843C940C-30B1-0189-14DA-E74D6D4553BE}"/>
              </a:ext>
            </a:extLst>
          </p:cNvPr>
          <p:cNvSpPr txBox="1">
            <a:spLocks/>
          </p:cNvSpPr>
          <p:nvPr/>
        </p:nvSpPr>
        <p:spPr>
          <a:xfrm>
            <a:off x="566927" y="1164113"/>
            <a:ext cx="11058145"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Clr>
                <a:srgbClr val="D52B17"/>
              </a:buClr>
              <a:buSzTx/>
              <a:buFontTx/>
              <a:buChar char="•"/>
              <a:defRPr/>
            </a:pPr>
            <a:r>
              <a:rPr lang="en-US" dirty="0"/>
              <a:t>Main model</a:t>
            </a:r>
          </a:p>
          <a:p>
            <a:pPr lvl="1" indent="0" defTabSz="914400" fontAlgn="base">
              <a:lnSpc>
                <a:spcPct val="100000"/>
              </a:lnSpc>
              <a:spcBef>
                <a:spcPct val="20000"/>
              </a:spcBef>
              <a:spcAft>
                <a:spcPct val="0"/>
              </a:spcAft>
              <a:buClr>
                <a:srgbClr val="D52B17"/>
              </a:buClr>
              <a:buSzTx/>
              <a:buNone/>
              <a:defRPr/>
            </a:pPr>
            <a:r>
              <a:rPr lang="en-US" dirty="0"/>
              <a:t>	multi_gpi1_model1 &lt;- </a:t>
            </a:r>
            <a:r>
              <a:rPr lang="en-US" dirty="0" err="1"/>
              <a:t>multinom</a:t>
            </a:r>
            <a:r>
              <a:rPr lang="en-US" dirty="0"/>
              <a:t>(ahigrp2~bmi_pchg_centered+trt01p, data = </a:t>
            </a:r>
            <a:r>
              <a:rPr lang="en-US" dirty="0" err="1"/>
              <a:t>multi_input,na.action</a:t>
            </a:r>
            <a:r>
              <a:rPr lang="en-US" dirty="0"/>
              <a:t> = </a:t>
            </a:r>
            <a:r>
              <a:rPr lang="en-US" dirty="0" err="1"/>
              <a:t>na.exclude</a:t>
            </a:r>
            <a:r>
              <a:rPr lang="en-US" dirty="0"/>
              <a:t>)</a:t>
            </a:r>
            <a:endParaRPr lang="fr-FR" sz="1600" kern="1200" dirty="0">
              <a:solidFill>
                <a:srgbClr val="000000"/>
              </a:solidFill>
              <a:latin typeface="Times New Roman" panose="02020603050405020304" pitchFamily="18" charset="0"/>
            </a:endParaRPr>
          </a:p>
          <a:p>
            <a:pPr marL="342900" indent="-342900" defTabSz="914400" fontAlgn="base">
              <a:lnSpc>
                <a:spcPct val="100000"/>
              </a:lnSpc>
              <a:spcBef>
                <a:spcPct val="20000"/>
              </a:spcBef>
              <a:spcAft>
                <a:spcPct val="0"/>
              </a:spcAft>
              <a:buClr>
                <a:srgbClr val="D52B17"/>
              </a:buClr>
              <a:buSzTx/>
              <a:buFontTx/>
              <a:buChar char="•"/>
              <a:defRPr/>
            </a:pPr>
            <a:r>
              <a:rPr lang="fr-FR" kern="1200" dirty="0" err="1">
                <a:solidFill>
                  <a:srgbClr val="000000"/>
                </a:solidFill>
                <a:cs typeface="Times New Roman" panose="02020603050405020304" pitchFamily="18" charset="0"/>
              </a:rPr>
              <a:t>Predicted</a:t>
            </a:r>
            <a:r>
              <a:rPr lang="fr-FR" kern="1200" dirty="0">
                <a:solidFill>
                  <a:srgbClr val="000000"/>
                </a:solidFill>
                <a:cs typeface="Times New Roman" panose="02020603050405020304" pitchFamily="18" charset="0"/>
              </a:rPr>
              <a:t> </a:t>
            </a:r>
            <a:r>
              <a:rPr lang="fr-FR" kern="1200" dirty="0" err="1">
                <a:solidFill>
                  <a:srgbClr val="000000"/>
                </a:solidFill>
                <a:cs typeface="Times New Roman" panose="02020603050405020304" pitchFamily="18" charset="0"/>
              </a:rPr>
              <a:t>probabilities</a:t>
            </a:r>
            <a:endParaRPr lang="fr-FR" kern="1200" dirty="0">
              <a:solidFill>
                <a:srgbClr val="000000"/>
              </a:solidFill>
              <a:cs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600" kern="1200" dirty="0" err="1">
                <a:solidFill>
                  <a:srgbClr val="000000"/>
                </a:solidFill>
                <a:latin typeface="Times New Roman" panose="02020603050405020304" pitchFamily="18" charset="0"/>
              </a:rPr>
              <a:t>Predict</a:t>
            </a:r>
            <a:r>
              <a:rPr lang="fr-FR" sz="1600" kern="1200" dirty="0">
                <a:solidFill>
                  <a:srgbClr val="000000"/>
                </a:solidFill>
                <a:latin typeface="Times New Roman" panose="02020603050405020304" pitchFamily="18" charset="0"/>
              </a:rPr>
              <a:t> the ahi group </a:t>
            </a:r>
            <a:r>
              <a:rPr lang="en-US" dirty="0"/>
              <a:t>multi_input$pred_ahigrp2_m1 &lt;- predict(multi_gpi1_model1,newdata= </a:t>
            </a:r>
            <a:r>
              <a:rPr lang="en-US" dirty="0" err="1"/>
              <a:t>multi_input</a:t>
            </a:r>
            <a:r>
              <a:rPr lang="en-US" dirty="0"/>
              <a:t>)</a:t>
            </a:r>
          </a:p>
          <a:p>
            <a:pPr marL="480060" lvl="1" indent="-342900" defTabSz="914400" fontAlgn="base">
              <a:lnSpc>
                <a:spcPct val="100000"/>
              </a:lnSpc>
              <a:spcBef>
                <a:spcPct val="20000"/>
              </a:spcBef>
              <a:spcAft>
                <a:spcPct val="0"/>
              </a:spcAft>
              <a:buClr>
                <a:srgbClr val="D52B17"/>
              </a:buClr>
              <a:buSzTx/>
              <a:buFontTx/>
              <a:buChar char="•"/>
              <a:defRPr/>
            </a:pPr>
            <a:endParaRPr lang="fr-FR" sz="1600" kern="1200" dirty="0">
              <a:solidFill>
                <a:srgbClr val="000000"/>
              </a:solidFill>
              <a:latin typeface="Times New Roman" panose="02020603050405020304" pitchFamily="18" charset="0"/>
            </a:endParaRPr>
          </a:p>
          <a:p>
            <a:pPr marL="480060" lvl="1" indent="-342900" defTabSz="914400" fontAlgn="base">
              <a:lnSpc>
                <a:spcPct val="100000"/>
              </a:lnSpc>
              <a:spcBef>
                <a:spcPct val="20000"/>
              </a:spcBef>
              <a:spcAft>
                <a:spcPct val="0"/>
              </a:spcAft>
              <a:buClr>
                <a:srgbClr val="D52B17"/>
              </a:buClr>
              <a:buSzTx/>
              <a:buFontTx/>
              <a:buChar char="•"/>
              <a:defRPr/>
            </a:pPr>
            <a:r>
              <a:rPr lang="fr-FR" sz="1600" kern="1200" dirty="0" err="1">
                <a:solidFill>
                  <a:srgbClr val="000000"/>
                </a:solidFill>
                <a:latin typeface="Times New Roman" panose="02020603050405020304" pitchFamily="18" charset="0"/>
              </a:rPr>
              <a:t>Predict</a:t>
            </a:r>
            <a:r>
              <a:rPr lang="fr-FR" sz="1600" kern="1200" dirty="0">
                <a:solidFill>
                  <a:srgbClr val="000000"/>
                </a:solidFill>
                <a:latin typeface="Times New Roman" panose="02020603050405020304" pitchFamily="18" charset="0"/>
              </a:rPr>
              <a:t> </a:t>
            </a:r>
            <a:r>
              <a:rPr lang="fr-FR" sz="1600" kern="1200" dirty="0" err="1">
                <a:solidFill>
                  <a:srgbClr val="000000"/>
                </a:solidFill>
                <a:latin typeface="Times New Roman" panose="02020603050405020304" pitchFamily="18" charset="0"/>
              </a:rPr>
              <a:t>probabilities</a:t>
            </a:r>
            <a:r>
              <a:rPr lang="fr-FR" sz="1600" kern="1200" dirty="0">
                <a:solidFill>
                  <a:srgbClr val="000000"/>
                </a:solidFill>
                <a:latin typeface="Times New Roman" panose="02020603050405020304" pitchFamily="18" charset="0"/>
              </a:rPr>
              <a:t> </a:t>
            </a:r>
            <a:r>
              <a:rPr lang="en-US" dirty="0"/>
              <a:t>multi_input$pred_prob_m1 &lt;- predict(multi_gpi1_model1,newdata= </a:t>
            </a:r>
            <a:r>
              <a:rPr lang="en-US" dirty="0" err="1"/>
              <a:t>multi_input,type</a:t>
            </a:r>
            <a:r>
              <a:rPr lang="en-US" dirty="0"/>
              <a:t> = "probs")</a:t>
            </a:r>
            <a:endParaRPr lang="fr-FR" sz="2000" kern="12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768064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E2BE2-6D46-2588-2713-E55C0C3E4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E9D1A-97B2-FF9D-E3CA-33C765910928}"/>
              </a:ext>
            </a:extLst>
          </p:cNvPr>
          <p:cNvSpPr>
            <a:spLocks noGrp="1"/>
          </p:cNvSpPr>
          <p:nvPr>
            <p:ph type="title"/>
          </p:nvPr>
        </p:nvSpPr>
        <p:spPr/>
        <p:txBody>
          <a:bodyPr/>
          <a:lstStyle/>
          <a:p>
            <a:r>
              <a:rPr lang="en-US" dirty="0"/>
              <a:t>Regression coefficients – case 1</a:t>
            </a:r>
          </a:p>
        </p:txBody>
      </p:sp>
      <p:sp>
        <p:nvSpPr>
          <p:cNvPr id="3" name="Footer Placeholder 2">
            <a:extLst>
              <a:ext uri="{FF2B5EF4-FFF2-40B4-BE49-F238E27FC236}">
                <a16:creationId xmlns:a16="http://schemas.microsoft.com/office/drawing/2014/main" id="{148124BA-C09F-7A26-7C3E-C7A0175F43B6}"/>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E56FB67C-5E59-F553-52B3-56FBA7370A6B}"/>
              </a:ext>
            </a:extLst>
          </p:cNvPr>
          <p:cNvSpPr>
            <a:spLocks noGrp="1"/>
          </p:cNvSpPr>
          <p:nvPr>
            <p:ph type="sldNum" sz="quarter" idx="11"/>
          </p:nvPr>
        </p:nvSpPr>
        <p:spPr/>
        <p:txBody>
          <a:bodyPr/>
          <a:lstStyle/>
          <a:p>
            <a:fld id="{48135D20-C3A1-FF4C-B4DB-BE449A9B144D}" type="slidenum">
              <a:rPr lang="en-US" smtClean="0"/>
              <a:t>20</a:t>
            </a:fld>
            <a:endParaRPr lang="en-US"/>
          </a:p>
        </p:txBody>
      </p:sp>
      <p:sp>
        <p:nvSpPr>
          <p:cNvPr id="5" name="Content Placeholder 4">
            <a:extLst>
              <a:ext uri="{FF2B5EF4-FFF2-40B4-BE49-F238E27FC236}">
                <a16:creationId xmlns:a16="http://schemas.microsoft.com/office/drawing/2014/main" id="{9BC310F2-D0F8-30AC-64D7-B55C3A8C20DE}"/>
              </a:ext>
            </a:extLst>
          </p:cNvPr>
          <p:cNvSpPr>
            <a:spLocks noGrp="1"/>
          </p:cNvSpPr>
          <p:nvPr>
            <p:ph sz="quarter" idx="12"/>
          </p:nvPr>
        </p:nvSpPr>
        <p:spPr/>
        <p:txBody>
          <a:bodyPr/>
          <a:lstStyle/>
          <a:p>
            <a:pPr marL="342900" indent="-342900" rtl="0">
              <a:buFont typeface="+mj-lt"/>
              <a:buAutoNum type="arabicPeriod"/>
            </a:pPr>
            <a:endParaRPr lang="pt-BR" sz="1800" b="0" i="0" u="none" strike="noStrike" kern="1200" baseline="0" dirty="0">
              <a:solidFill>
                <a:srgbClr val="000000"/>
              </a:solidFill>
              <a:latin typeface="Arial" panose="020B0604020202020204" pitchFamily="34" charset="0"/>
            </a:endParaRPr>
          </a:p>
          <a:p>
            <a:pPr rtl="0"/>
            <a:endParaRPr lang="pt-BR" sz="1800" b="0" i="0" u="none" strike="noStrike" kern="1200" baseline="0" dirty="0">
              <a:solidFill>
                <a:srgbClr val="000000"/>
              </a:solidFill>
              <a:latin typeface="Arial" panose="020B0604020202020204" pitchFamily="34" charset="0"/>
            </a:endParaRPr>
          </a:p>
        </p:txBody>
      </p:sp>
      <p:pic>
        <p:nvPicPr>
          <p:cNvPr id="11" name="Picture 10">
            <a:extLst>
              <a:ext uri="{FF2B5EF4-FFF2-40B4-BE49-F238E27FC236}">
                <a16:creationId xmlns:a16="http://schemas.microsoft.com/office/drawing/2014/main" id="{D65A2E4A-B1A8-BC70-D55A-7CB925524D91}"/>
              </a:ext>
            </a:extLst>
          </p:cNvPr>
          <p:cNvPicPr>
            <a:picLocks noChangeAspect="1"/>
          </p:cNvPicPr>
          <p:nvPr/>
        </p:nvPicPr>
        <p:blipFill>
          <a:blip r:embed="rId2"/>
          <a:stretch>
            <a:fillRect/>
          </a:stretch>
        </p:blipFill>
        <p:spPr>
          <a:xfrm>
            <a:off x="73968" y="1747861"/>
            <a:ext cx="9391766" cy="3748468"/>
          </a:xfrm>
          <a:prstGeom prst="rect">
            <a:avLst/>
          </a:prstGeom>
        </p:spPr>
      </p:pic>
    </p:spTree>
    <p:extLst>
      <p:ext uri="{BB962C8B-B14F-4D97-AF65-F5344CB8AC3E}">
        <p14:creationId xmlns:p14="http://schemas.microsoft.com/office/powerpoint/2010/main" val="1871455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07168-650F-1283-1CD8-64F5685BC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C0F19-61F5-DD0B-A015-D58540E790B8}"/>
              </a:ext>
            </a:extLst>
          </p:cNvPr>
          <p:cNvSpPr>
            <a:spLocks noGrp="1"/>
          </p:cNvSpPr>
          <p:nvPr>
            <p:ph type="title"/>
          </p:nvPr>
        </p:nvSpPr>
        <p:spPr/>
        <p:txBody>
          <a:bodyPr/>
          <a:lstStyle/>
          <a:p>
            <a:r>
              <a:rPr lang="en-US" dirty="0"/>
              <a:t>Prediction performance– case 1</a:t>
            </a:r>
          </a:p>
        </p:txBody>
      </p:sp>
      <p:sp>
        <p:nvSpPr>
          <p:cNvPr id="3" name="Footer Placeholder 2">
            <a:extLst>
              <a:ext uri="{FF2B5EF4-FFF2-40B4-BE49-F238E27FC236}">
                <a16:creationId xmlns:a16="http://schemas.microsoft.com/office/drawing/2014/main" id="{D38DED5A-EEE2-2BDF-F29A-276401F804B8}"/>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EE492639-B9D1-D17E-E9C0-4593DD87BFF0}"/>
              </a:ext>
            </a:extLst>
          </p:cNvPr>
          <p:cNvSpPr>
            <a:spLocks noGrp="1"/>
          </p:cNvSpPr>
          <p:nvPr>
            <p:ph type="sldNum" sz="quarter" idx="11"/>
          </p:nvPr>
        </p:nvSpPr>
        <p:spPr/>
        <p:txBody>
          <a:bodyPr/>
          <a:lstStyle/>
          <a:p>
            <a:fld id="{48135D20-C3A1-FF4C-B4DB-BE449A9B144D}" type="slidenum">
              <a:rPr lang="en-US" smtClean="0"/>
              <a:t>21</a:t>
            </a:fld>
            <a:endParaRPr lang="en-US"/>
          </a:p>
        </p:txBody>
      </p:sp>
      <p:sp>
        <p:nvSpPr>
          <p:cNvPr id="5" name="Content Placeholder 4">
            <a:extLst>
              <a:ext uri="{FF2B5EF4-FFF2-40B4-BE49-F238E27FC236}">
                <a16:creationId xmlns:a16="http://schemas.microsoft.com/office/drawing/2014/main" id="{04031DC2-ACA3-CCB4-0938-AB66B7997F10}"/>
              </a:ext>
            </a:extLst>
          </p:cNvPr>
          <p:cNvSpPr>
            <a:spLocks noGrp="1"/>
          </p:cNvSpPr>
          <p:nvPr>
            <p:ph sz="quarter" idx="12"/>
          </p:nvPr>
        </p:nvSpPr>
        <p:spPr/>
        <p:txBody>
          <a:bodyPr/>
          <a:lstStyle/>
          <a:p>
            <a:pPr marL="342900" indent="-342900" rtl="0">
              <a:buFont typeface="+mj-lt"/>
              <a:buAutoNum type="arabicPeriod"/>
            </a:pPr>
            <a:endParaRPr lang="pt-BR" sz="1800" b="0" i="0" u="none" strike="noStrike" kern="1200" baseline="0" dirty="0">
              <a:solidFill>
                <a:srgbClr val="000000"/>
              </a:solidFill>
              <a:latin typeface="Arial" panose="020B0604020202020204" pitchFamily="34" charset="0"/>
            </a:endParaRPr>
          </a:p>
          <a:p>
            <a:pPr rtl="0"/>
            <a:endParaRPr lang="pt-BR" sz="1800" b="0" i="0" u="none" strike="noStrike" kern="1200" baseline="0" dirty="0">
              <a:solidFill>
                <a:srgbClr val="000000"/>
              </a:solidFill>
              <a:latin typeface="Arial" panose="020B0604020202020204" pitchFamily="34" charset="0"/>
            </a:endParaRPr>
          </a:p>
        </p:txBody>
      </p:sp>
      <p:pic>
        <p:nvPicPr>
          <p:cNvPr id="7" name="Picture 6">
            <a:extLst>
              <a:ext uri="{FF2B5EF4-FFF2-40B4-BE49-F238E27FC236}">
                <a16:creationId xmlns:a16="http://schemas.microsoft.com/office/drawing/2014/main" id="{F7974D66-90B6-8C8D-71D9-DC09E16D4FB3}"/>
              </a:ext>
            </a:extLst>
          </p:cNvPr>
          <p:cNvPicPr>
            <a:picLocks noChangeAspect="1"/>
          </p:cNvPicPr>
          <p:nvPr/>
        </p:nvPicPr>
        <p:blipFill>
          <a:blip r:embed="rId2"/>
          <a:stretch>
            <a:fillRect/>
          </a:stretch>
        </p:blipFill>
        <p:spPr>
          <a:xfrm>
            <a:off x="-114889" y="1027573"/>
            <a:ext cx="9377951" cy="4907559"/>
          </a:xfrm>
          <a:prstGeom prst="rect">
            <a:avLst/>
          </a:prstGeom>
        </p:spPr>
      </p:pic>
      <p:sp>
        <p:nvSpPr>
          <p:cNvPr id="8" name="Rectangle 7">
            <a:extLst>
              <a:ext uri="{FF2B5EF4-FFF2-40B4-BE49-F238E27FC236}">
                <a16:creationId xmlns:a16="http://schemas.microsoft.com/office/drawing/2014/main" id="{56851337-3470-8AA5-730A-669E4EF829B3}"/>
              </a:ext>
            </a:extLst>
          </p:cNvPr>
          <p:cNvSpPr/>
          <p:nvPr/>
        </p:nvSpPr>
        <p:spPr>
          <a:xfrm>
            <a:off x="3132667" y="2743200"/>
            <a:ext cx="1176866" cy="1998133"/>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600" dirty="0">
              <a:solidFill>
                <a:schemeClr val="bg1"/>
              </a:solidFill>
              <a:latin typeface="Ringside Book" panose="02000500000000000000" pitchFamily="2" charset="0"/>
            </a:endParaRPr>
          </a:p>
        </p:txBody>
      </p:sp>
    </p:spTree>
    <p:extLst>
      <p:ext uri="{BB962C8B-B14F-4D97-AF65-F5344CB8AC3E}">
        <p14:creationId xmlns:p14="http://schemas.microsoft.com/office/powerpoint/2010/main" val="1406602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D31F7-3F14-EA58-0FD0-4844B9308F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ADB44-3CF8-69C7-86DF-5B9491EE6482}"/>
              </a:ext>
            </a:extLst>
          </p:cNvPr>
          <p:cNvSpPr>
            <a:spLocks noGrp="1"/>
          </p:cNvSpPr>
          <p:nvPr>
            <p:ph type="title"/>
          </p:nvPr>
        </p:nvSpPr>
        <p:spPr/>
        <p:txBody>
          <a:bodyPr/>
          <a:lstStyle/>
          <a:p>
            <a:r>
              <a:rPr lang="de-DE" dirty="0"/>
              <a:t>SAS code – case 2</a:t>
            </a:r>
            <a:endParaRPr lang="en-US" dirty="0"/>
          </a:p>
        </p:txBody>
      </p:sp>
      <p:sp>
        <p:nvSpPr>
          <p:cNvPr id="3" name="Footer Placeholder 2">
            <a:extLst>
              <a:ext uri="{FF2B5EF4-FFF2-40B4-BE49-F238E27FC236}">
                <a16:creationId xmlns:a16="http://schemas.microsoft.com/office/drawing/2014/main" id="{D034BED4-EB59-8429-9C71-4BD26BA9FCC9}"/>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CB5D8BA0-9F70-D847-84DE-64B4604E3D3D}"/>
              </a:ext>
            </a:extLst>
          </p:cNvPr>
          <p:cNvSpPr>
            <a:spLocks noGrp="1"/>
          </p:cNvSpPr>
          <p:nvPr>
            <p:ph type="sldNum" sz="quarter" idx="11"/>
          </p:nvPr>
        </p:nvSpPr>
        <p:spPr/>
        <p:txBody>
          <a:bodyPr/>
          <a:lstStyle/>
          <a:p>
            <a:fld id="{48135D20-C3A1-FF4C-B4DB-BE449A9B144D}" type="slidenum">
              <a:rPr lang="en-US" smtClean="0"/>
              <a:t>22</a:t>
            </a:fld>
            <a:endParaRPr lang="en-US"/>
          </a:p>
        </p:txBody>
      </p:sp>
      <p:sp>
        <p:nvSpPr>
          <p:cNvPr id="5" name="Content Placeholder 6">
            <a:extLst>
              <a:ext uri="{FF2B5EF4-FFF2-40B4-BE49-F238E27FC236}">
                <a16:creationId xmlns:a16="http://schemas.microsoft.com/office/drawing/2014/main" id="{8C01DD40-B8B5-D304-C694-7435934B93A7}"/>
              </a:ext>
            </a:extLst>
          </p:cNvPr>
          <p:cNvSpPr txBox="1">
            <a:spLocks/>
          </p:cNvSpPr>
          <p:nvPr/>
        </p:nvSpPr>
        <p:spPr>
          <a:xfrm>
            <a:off x="566927" y="1164113"/>
            <a:ext cx="11625073" cy="4383932"/>
          </a:xfrm>
          <a:prstGeom prst="rect">
            <a:avLst/>
          </a:prstGeom>
        </p:spPr>
        <p:txBody>
          <a:bodyPr/>
          <a:lstStyle>
            <a:lvl1pPr marL="0" indent="0" algn="l" defTabSz="914377" rtl="0" eaLnBrk="1" latinLnBrk="0" hangingPunct="1">
              <a:lnSpc>
                <a:spcPts val="2400"/>
              </a:lnSpc>
              <a:spcBef>
                <a:spcPts val="1000"/>
              </a:spcBef>
              <a:buClrTx/>
              <a:buSzPct val="100000"/>
              <a:buFont typeface="Arial" panose="020B0604020202020204" pitchFamily="34" charset="0"/>
              <a:buNone/>
              <a:defRPr sz="2400" kern="400" baseline="0">
                <a:solidFill>
                  <a:schemeClr val="tx1"/>
                </a:solidFill>
                <a:latin typeface="+mn-lt"/>
                <a:ea typeface="+mn-ea"/>
                <a:cs typeface="+mn-cs"/>
              </a:defRPr>
            </a:lvl1pPr>
            <a:lvl2pPr marL="137160" indent="-182880" algn="l" defTabSz="914377" rtl="0" eaLnBrk="1" latinLnBrk="0" hangingPunct="1">
              <a:lnSpc>
                <a:spcPts val="2000"/>
              </a:lnSpc>
              <a:spcBef>
                <a:spcPts val="500"/>
              </a:spcBef>
              <a:buSzPct val="70000"/>
              <a:buFont typeface="Arial" panose="020B0604020202020204" pitchFamily="34" charset="0"/>
              <a:buChar char="•"/>
              <a:defRPr sz="2000" kern="400">
                <a:solidFill>
                  <a:schemeClr val="tx1"/>
                </a:solidFill>
                <a:latin typeface="+mn-lt"/>
                <a:ea typeface="+mn-ea"/>
                <a:cs typeface="+mn-cs"/>
              </a:defRPr>
            </a:lvl2pPr>
            <a:lvl3pPr marL="365751" indent="-182880" algn="l" defTabSz="914377" rtl="0" eaLnBrk="1" latinLnBrk="0" hangingPunct="1">
              <a:lnSpc>
                <a:spcPts val="1600"/>
              </a:lnSpc>
              <a:spcBef>
                <a:spcPts val="500"/>
              </a:spcBef>
              <a:buFont typeface="Arial" panose="020B0604020202020204" pitchFamily="34" charset="0"/>
              <a:buChar char="–"/>
              <a:defRPr sz="1600" kern="400">
                <a:solidFill>
                  <a:schemeClr val="tx1"/>
                </a:solidFill>
                <a:latin typeface="+mn-lt"/>
                <a:ea typeface="+mn-ea"/>
                <a:cs typeface="+mn-cs"/>
              </a:defRPr>
            </a:lvl3pPr>
            <a:lvl4pPr marL="548640" indent="-182880" algn="l" defTabSz="914377" rtl="0" eaLnBrk="1" latinLnBrk="0" hangingPunct="1">
              <a:lnSpc>
                <a:spcPts val="1400"/>
              </a:lnSpc>
              <a:spcBef>
                <a:spcPts val="500"/>
              </a:spcBef>
              <a:buSzPct val="86000"/>
              <a:buFont typeface="Arial" panose="020B0604020202020204" pitchFamily="34" charset="0"/>
              <a:buChar char="•"/>
              <a:defRPr sz="1400" kern="400">
                <a:solidFill>
                  <a:schemeClr val="tx1"/>
                </a:solidFill>
                <a:latin typeface="+mn-lt"/>
                <a:ea typeface="+mn-ea"/>
                <a:cs typeface="+mn-cs"/>
              </a:defRPr>
            </a:lvl4pPr>
            <a:lvl5pPr marL="731520" indent="-182880" algn="l" defTabSz="914377" rtl="0" eaLnBrk="1" latinLnBrk="0" hangingPunct="1">
              <a:lnSpc>
                <a:spcPts val="1200"/>
              </a:lnSpc>
              <a:spcBef>
                <a:spcPts val="500"/>
              </a:spcBef>
              <a:buFont typeface="Arial" panose="020B0604020202020204" pitchFamily="34" charset="0"/>
              <a:buChar char="–"/>
              <a:defRPr sz="1200" kern="4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proc</a:t>
            </a:r>
            <a:r>
              <a:rPr lang="en-US" dirty="0"/>
              <a:t> </a:t>
            </a:r>
            <a:r>
              <a:rPr lang="en-US" b="1" dirty="0" err="1"/>
              <a:t>glimmix</a:t>
            </a:r>
            <a:r>
              <a:rPr lang="en-US" dirty="0"/>
              <a:t> data=VAL.ANA_I2 method=LAPLACE;</a:t>
            </a:r>
          </a:p>
          <a:p>
            <a:r>
              <a:rPr lang="en-US" dirty="0"/>
              <a:t>	class USUBJID OSANEW(ref="HS4") OSALV(ref="HS4") TRT01P(ref="TZP MTD");</a:t>
            </a:r>
          </a:p>
          <a:p>
            <a:r>
              <a:rPr lang="en-US" dirty="0"/>
              <a:t>	model OSANEW=OSALV BMIBL AHIBL TRT01P/ link=</a:t>
            </a:r>
            <a:r>
              <a:rPr lang="en-US" dirty="0" err="1"/>
              <a:t>glogit</a:t>
            </a:r>
            <a:r>
              <a:rPr lang="en-US" dirty="0"/>
              <a:t> </a:t>
            </a:r>
            <a:r>
              <a:rPr lang="en-US" dirty="0" err="1"/>
              <a:t>dist</a:t>
            </a:r>
            <a:r>
              <a:rPr lang="en-US" dirty="0"/>
              <a:t>=MULTI solution;</a:t>
            </a:r>
          </a:p>
          <a:p>
            <a:r>
              <a:rPr lang="en-US" dirty="0"/>
              <a:t>	COVTEST/WALD;</a:t>
            </a:r>
          </a:p>
          <a:p>
            <a:r>
              <a:rPr lang="en-US" dirty="0"/>
              <a:t>	random intercept / subject=USUBJID type=CS group=OSANEW;</a:t>
            </a:r>
          </a:p>
          <a:p>
            <a:r>
              <a:rPr lang="en-US" b="1" dirty="0"/>
              <a:t>run</a:t>
            </a:r>
            <a:r>
              <a:rPr lang="en-US" dirty="0"/>
              <a:t>;</a:t>
            </a:r>
          </a:p>
          <a:p>
            <a:pPr marL="342900" indent="-342900" defTabSz="914400" fontAlgn="base">
              <a:lnSpc>
                <a:spcPct val="100000"/>
              </a:lnSpc>
              <a:spcBef>
                <a:spcPct val="20000"/>
              </a:spcBef>
              <a:spcAft>
                <a:spcPct val="0"/>
              </a:spcAft>
              <a:buClr>
                <a:srgbClr val="D52B17"/>
              </a:buClr>
              <a:buSzTx/>
              <a:buFontTx/>
              <a:buChar char="•"/>
              <a:defRPr/>
            </a:pPr>
            <a:endParaRPr lang="fr-FR" sz="2000" kern="1200" dirty="0">
              <a:solidFill>
                <a:srgbClr val="000000"/>
              </a:solidFill>
              <a:latin typeface="Times New Roman" panose="02020603050405020304" pitchFamily="18" charset="0"/>
            </a:endParaRPr>
          </a:p>
        </p:txBody>
      </p:sp>
      <p:sp>
        <p:nvSpPr>
          <p:cNvPr id="7" name="TextBox 6">
            <a:extLst>
              <a:ext uri="{FF2B5EF4-FFF2-40B4-BE49-F238E27FC236}">
                <a16:creationId xmlns:a16="http://schemas.microsoft.com/office/drawing/2014/main" id="{BAD12A08-615B-BB18-7ACD-15349B9738F4}"/>
              </a:ext>
            </a:extLst>
          </p:cNvPr>
          <p:cNvSpPr txBox="1"/>
          <p:nvPr/>
        </p:nvSpPr>
        <p:spPr>
          <a:xfrm>
            <a:off x="566927" y="5096774"/>
            <a:ext cx="11625073" cy="707886"/>
          </a:xfrm>
          <a:prstGeom prst="rect">
            <a:avLst/>
          </a:prstGeom>
          <a:noFill/>
        </p:spPr>
        <p:txBody>
          <a:bodyPr wrap="square">
            <a:spAutoFit/>
          </a:bodyPr>
          <a:lstStyle/>
          <a:p>
            <a:pPr marR="0" algn="l" rtl="0"/>
            <a:r>
              <a:rPr lang="en-US" sz="2000" b="0" i="0" u="none" strike="noStrike" baseline="0" dirty="0">
                <a:solidFill>
                  <a:srgbClr val="FF0000"/>
                </a:solidFill>
                <a:latin typeface="Times New Roman" panose="02020603050405020304" pitchFamily="18" charset="0"/>
              </a:rPr>
              <a:t>ERROR: Nominal models require that the response variable is a group effect on RANDOM statements. You need to add 'GROUP=OSANEW'</a:t>
            </a:r>
            <a:endParaRPr lang="en-US" sz="2000" b="0" i="0" u="none" strike="noStrike" baseline="0" dirty="0">
              <a:solidFill>
                <a:srgbClr val="FF0000"/>
              </a:solidFill>
              <a:latin typeface="Aptos" panose="020B0004020202020204" pitchFamily="34" charset="0"/>
            </a:endParaRPr>
          </a:p>
        </p:txBody>
      </p:sp>
    </p:spTree>
    <p:extLst>
      <p:ext uri="{BB962C8B-B14F-4D97-AF65-F5344CB8AC3E}">
        <p14:creationId xmlns:p14="http://schemas.microsoft.com/office/powerpoint/2010/main" val="3441903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EAD36D6-604A-7748-2717-5ABFFE6B7A5F}"/>
              </a:ext>
            </a:extLst>
          </p:cNvPr>
          <p:cNvSpPr>
            <a:spLocks noGrp="1"/>
          </p:cNvSpPr>
          <p:nvPr>
            <p:ph type="ftr" sz="quarter" idx="10"/>
          </p:nvPr>
        </p:nvSpPr>
        <p:spPr>
          <a:xfrm>
            <a:off x="9192768" y="6510528"/>
            <a:ext cx="2438400" cy="121920"/>
          </a:xfrm>
        </p:spPr>
        <p:txBody>
          <a:bodyPr wrap="none" anchor="ctr">
            <a:normAutofit/>
          </a:bodyPr>
          <a:lstStyle/>
          <a:p>
            <a:pPr>
              <a:spcAft>
                <a:spcPts val="600"/>
              </a:spcAft>
            </a:pPr>
            <a:r>
              <a:rPr lang="en-US"/>
              <a:t>Company Confidential  © 2024 Eli Lilly and Company</a:t>
            </a:r>
          </a:p>
        </p:txBody>
      </p:sp>
      <p:sp>
        <p:nvSpPr>
          <p:cNvPr id="4" name="Slide Number Placeholder 3">
            <a:extLst>
              <a:ext uri="{FF2B5EF4-FFF2-40B4-BE49-F238E27FC236}">
                <a16:creationId xmlns:a16="http://schemas.microsoft.com/office/drawing/2014/main" id="{94DB4756-D0A3-E648-C4F5-7F4C3BCB31E6}"/>
              </a:ext>
            </a:extLst>
          </p:cNvPr>
          <p:cNvSpPr>
            <a:spLocks noGrp="1"/>
          </p:cNvSpPr>
          <p:nvPr>
            <p:ph type="sldNum" sz="quarter" idx="11"/>
          </p:nvPr>
        </p:nvSpPr>
        <p:spPr>
          <a:xfrm>
            <a:off x="11667744" y="6510528"/>
            <a:ext cx="304800" cy="121920"/>
          </a:xfrm>
        </p:spPr>
        <p:txBody>
          <a:bodyPr anchor="ctr">
            <a:normAutofit/>
          </a:bodyPr>
          <a:lstStyle/>
          <a:p>
            <a:pPr>
              <a:spcAft>
                <a:spcPts val="600"/>
              </a:spcAft>
            </a:pPr>
            <a:fld id="{48135D20-C3A1-FF4C-B4DB-BE449A9B144D}" type="slidenum">
              <a:rPr lang="en-US" smtClean="0"/>
              <a:pPr>
                <a:spcAft>
                  <a:spcPts val="600"/>
                </a:spcAft>
              </a:pPr>
              <a:t>23</a:t>
            </a:fld>
            <a:endParaRPr lang="en-US"/>
          </a:p>
        </p:txBody>
      </p:sp>
      <p:pic>
        <p:nvPicPr>
          <p:cNvPr id="7" name="Content Placeholder 6">
            <a:extLst>
              <a:ext uri="{FF2B5EF4-FFF2-40B4-BE49-F238E27FC236}">
                <a16:creationId xmlns:a16="http://schemas.microsoft.com/office/drawing/2014/main" id="{55C2267C-B725-768E-BA4A-6A6B7392E772}"/>
              </a:ext>
            </a:extLst>
          </p:cNvPr>
          <p:cNvPicPr>
            <a:picLocks noGrp="1" noChangeAspect="1"/>
          </p:cNvPicPr>
          <p:nvPr>
            <p:ph sz="quarter" idx="12"/>
          </p:nvPr>
        </p:nvPicPr>
        <p:blipFill>
          <a:blip r:embed="rId2"/>
          <a:stretch>
            <a:fillRect/>
          </a:stretch>
        </p:blipFill>
        <p:spPr>
          <a:xfrm>
            <a:off x="2539074" y="1704109"/>
            <a:ext cx="7213864" cy="4580804"/>
          </a:xfrm>
          <a:prstGeom prst="rect">
            <a:avLst/>
          </a:prstGeom>
          <a:noFill/>
        </p:spPr>
      </p:pic>
      <p:sp>
        <p:nvSpPr>
          <p:cNvPr id="13" name="Title 1">
            <a:extLst>
              <a:ext uri="{FF2B5EF4-FFF2-40B4-BE49-F238E27FC236}">
                <a16:creationId xmlns:a16="http://schemas.microsoft.com/office/drawing/2014/main" id="{D0962976-182F-7ACE-3A43-9FE777541D33}"/>
              </a:ext>
            </a:extLst>
          </p:cNvPr>
          <p:cNvSpPr>
            <a:spLocks noGrp="1"/>
          </p:cNvSpPr>
          <p:nvPr>
            <p:ph type="title"/>
          </p:nvPr>
        </p:nvSpPr>
        <p:spPr>
          <a:xfrm>
            <a:off x="621792" y="457200"/>
            <a:ext cx="11058144" cy="914400"/>
          </a:xfrm>
        </p:spPr>
        <p:txBody>
          <a:bodyPr>
            <a:normAutofit/>
          </a:bodyPr>
          <a:lstStyle/>
          <a:p>
            <a:pPr algn="l"/>
            <a:r>
              <a:rPr lang="de-DE" sz="4000" b="1" dirty="0">
                <a:solidFill>
                  <a:schemeClr val="tx1"/>
                </a:solidFill>
              </a:rPr>
              <a:t>output– case 2</a:t>
            </a:r>
            <a:endParaRPr lang="en-US" sz="4000" b="1" dirty="0">
              <a:solidFill>
                <a:schemeClr val="tx1"/>
              </a:solidFill>
            </a:endParaRPr>
          </a:p>
        </p:txBody>
      </p:sp>
    </p:spTree>
    <p:extLst>
      <p:ext uri="{BB962C8B-B14F-4D97-AF65-F5344CB8AC3E}">
        <p14:creationId xmlns:p14="http://schemas.microsoft.com/office/powerpoint/2010/main" val="3520414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B5D93-15E5-C02C-2C8F-B37B1E6DB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BD978-978D-5428-A02C-FA97B462C1EB}"/>
              </a:ext>
            </a:extLst>
          </p:cNvPr>
          <p:cNvSpPr>
            <a:spLocks noGrp="1"/>
          </p:cNvSpPr>
          <p:nvPr>
            <p:ph type="title"/>
          </p:nvPr>
        </p:nvSpPr>
        <p:spPr/>
        <p:txBody>
          <a:bodyPr/>
          <a:lstStyle/>
          <a:p>
            <a:r>
              <a:rPr lang="en-US" dirty="0"/>
              <a:t>Ref</a:t>
            </a:r>
          </a:p>
        </p:txBody>
      </p:sp>
      <p:sp>
        <p:nvSpPr>
          <p:cNvPr id="3" name="Footer Placeholder 2">
            <a:extLst>
              <a:ext uri="{FF2B5EF4-FFF2-40B4-BE49-F238E27FC236}">
                <a16:creationId xmlns:a16="http://schemas.microsoft.com/office/drawing/2014/main" id="{7808357A-A229-302C-3523-3BF2A7455C7F}"/>
              </a:ext>
            </a:extLst>
          </p:cNvPr>
          <p:cNvSpPr>
            <a:spLocks noGrp="1"/>
          </p:cNvSpPr>
          <p:nvPr>
            <p:ph type="ftr" sz="quarter" idx="10"/>
          </p:nvPr>
        </p:nvSpPr>
        <p:spPr/>
        <p:txBody>
          <a:bodyPr/>
          <a:lstStyle/>
          <a:p>
            <a:r>
              <a:rPr lang="en-US"/>
              <a:t>Company Confidential  © 2024 Eli Lilly and Company</a:t>
            </a:r>
          </a:p>
        </p:txBody>
      </p:sp>
      <p:sp>
        <p:nvSpPr>
          <p:cNvPr id="4" name="Slide Number Placeholder 3">
            <a:extLst>
              <a:ext uri="{FF2B5EF4-FFF2-40B4-BE49-F238E27FC236}">
                <a16:creationId xmlns:a16="http://schemas.microsoft.com/office/drawing/2014/main" id="{09ED0BDB-37E5-65AB-26C0-0D3E08E793C0}"/>
              </a:ext>
            </a:extLst>
          </p:cNvPr>
          <p:cNvSpPr>
            <a:spLocks noGrp="1"/>
          </p:cNvSpPr>
          <p:nvPr>
            <p:ph type="sldNum" sz="quarter" idx="11"/>
          </p:nvPr>
        </p:nvSpPr>
        <p:spPr/>
        <p:txBody>
          <a:bodyPr/>
          <a:lstStyle/>
          <a:p>
            <a:fld id="{48135D20-C3A1-FF4C-B4DB-BE449A9B144D}" type="slidenum">
              <a:rPr lang="en-US" smtClean="0"/>
              <a:t>24</a:t>
            </a:fld>
            <a:endParaRPr lang="en-US"/>
          </a:p>
        </p:txBody>
      </p:sp>
      <p:sp>
        <p:nvSpPr>
          <p:cNvPr id="5" name="Content Placeholder 4">
            <a:extLst>
              <a:ext uri="{FF2B5EF4-FFF2-40B4-BE49-F238E27FC236}">
                <a16:creationId xmlns:a16="http://schemas.microsoft.com/office/drawing/2014/main" id="{4275CBF9-E2E9-27F1-9DD6-5C38D7A57BCF}"/>
              </a:ext>
            </a:extLst>
          </p:cNvPr>
          <p:cNvSpPr>
            <a:spLocks noGrp="1"/>
          </p:cNvSpPr>
          <p:nvPr>
            <p:ph sz="quarter" idx="12"/>
          </p:nvPr>
        </p:nvSpPr>
        <p:spPr/>
        <p:txBody>
          <a:bodyPr/>
          <a:lstStyle/>
          <a:p>
            <a:pPr marL="342900" indent="-342900" rtl="0">
              <a:buFont typeface="+mj-lt"/>
              <a:buAutoNum type="arabicPeriod"/>
            </a:pPr>
            <a:r>
              <a:rPr lang="en-US" sz="1800" b="0" i="0" u="none" strike="noStrike" kern="1200" baseline="0" dirty="0" err="1">
                <a:solidFill>
                  <a:srgbClr val="000000"/>
                </a:solidFill>
                <a:latin typeface="Arial" panose="020B0604020202020204" pitchFamily="34" charset="0"/>
              </a:rPr>
              <a:t>Sankri-Tarbichi</a:t>
            </a:r>
            <a:r>
              <a:rPr lang="en-US" sz="1800" b="0" i="0" u="none" strike="noStrike" kern="1200" baseline="0" dirty="0">
                <a:solidFill>
                  <a:srgbClr val="000000"/>
                </a:solidFill>
                <a:latin typeface="Arial" panose="020B0604020202020204" pitchFamily="34" charset="0"/>
              </a:rPr>
              <a:t> AG. Avicenna J Med. 2012</a:t>
            </a:r>
          </a:p>
          <a:p>
            <a:pPr marL="342900" indent="-342900" rtl="0">
              <a:buFont typeface="+mj-lt"/>
              <a:buAutoNum type="arabicPeriod"/>
            </a:pPr>
            <a:r>
              <a:rPr lang="en-US" sz="1800" b="0" i="0" u="none" strike="noStrike" kern="1200" baseline="0" dirty="0">
                <a:solidFill>
                  <a:srgbClr val="000000"/>
                </a:solidFill>
                <a:latin typeface="Arial" panose="020B0604020202020204" pitchFamily="34" charset="0"/>
              </a:rPr>
              <a:t>US Food and Drug Administration. 2024. </a:t>
            </a:r>
          </a:p>
          <a:p>
            <a:pPr marL="342900" indent="-342900" rtl="0">
              <a:buFont typeface="+mj-lt"/>
              <a:buAutoNum type="arabicPeriod"/>
            </a:pPr>
            <a:r>
              <a:rPr lang="pt-BR" sz="1800" b="0" i="0" u="none" strike="noStrike" kern="1200" baseline="0" dirty="0">
                <a:solidFill>
                  <a:srgbClr val="000000"/>
                </a:solidFill>
                <a:latin typeface="Arial" panose="020B0604020202020204" pitchFamily="34" charset="0"/>
              </a:rPr>
              <a:t>Malhotra A, et al. N Engl J Med. 2024.</a:t>
            </a:r>
          </a:p>
          <a:p>
            <a:pPr marL="342900" indent="-342900">
              <a:buFont typeface="+mj-lt"/>
              <a:buAutoNum type="arabicPeriod"/>
            </a:pPr>
            <a:r>
              <a:rPr lang="en-US" sz="1800" b="0" i="0" u="none" strike="noStrike" kern="1200" baseline="0" dirty="0">
                <a:solidFill>
                  <a:srgbClr val="000000"/>
                </a:solidFill>
                <a:latin typeface="Times New Roman" panose="02020603050405020304" pitchFamily="18" charset="0"/>
              </a:rPr>
              <a:t>The cost-effectiveness of </a:t>
            </a:r>
            <a:r>
              <a:rPr lang="en-US" sz="1800" kern="1200" dirty="0" err="1">
                <a:solidFill>
                  <a:srgbClr val="000000"/>
                </a:solidFill>
                <a:latin typeface="Times New Roman" panose="02020603050405020304" pitchFamily="18" charset="0"/>
              </a:rPr>
              <a:t>T</a:t>
            </a:r>
            <a:r>
              <a:rPr lang="en-US" sz="1800" b="0" i="0" u="none" strike="noStrike" kern="1200" baseline="0" dirty="0" err="1">
                <a:solidFill>
                  <a:srgbClr val="000000"/>
                </a:solidFill>
                <a:latin typeface="Times New Roman" panose="02020603050405020304" pitchFamily="18" charset="0"/>
              </a:rPr>
              <a:t>irzepatide</a:t>
            </a:r>
            <a:r>
              <a:rPr lang="en-US" sz="1800" b="0" i="0" u="none" strike="noStrike" kern="1200" baseline="0" dirty="0">
                <a:solidFill>
                  <a:srgbClr val="000000"/>
                </a:solidFill>
                <a:latin typeface="Times New Roman" panose="02020603050405020304" pitchFamily="18" charset="0"/>
              </a:rPr>
              <a:t> in moderate-to-severe obstructive sleep apnea with obesity. 2025</a:t>
            </a:r>
          </a:p>
          <a:p>
            <a:pPr marL="342900" indent="-342900">
              <a:buFont typeface="+mj-lt"/>
              <a:buAutoNum type="arabicPeriod"/>
            </a:pPr>
            <a:r>
              <a:rPr lang="en-US" sz="1800" kern="1200" dirty="0">
                <a:solidFill>
                  <a:srgbClr val="000000"/>
                </a:solidFill>
                <a:latin typeface="Times New Roman" panose="02020603050405020304" pitchFamily="18" charset="0"/>
              </a:rPr>
              <a:t>OSA1 CSR p.39</a:t>
            </a:r>
          </a:p>
          <a:p>
            <a:pPr marL="342900" indent="-342900">
              <a:buFont typeface="+mj-lt"/>
              <a:buAutoNum type="arabicPeriod"/>
            </a:pPr>
            <a:r>
              <a:rPr lang="en-US" sz="1800" kern="1200" dirty="0">
                <a:solidFill>
                  <a:srgbClr val="000000"/>
                </a:solidFill>
                <a:latin typeface="Times New Roman" panose="02020603050405020304" pitchFamily="18" charset="0"/>
              </a:rPr>
              <a:t>TZP in obesity: AHI vs BMI in regression analyses: https://collab.lilly.com/:w:/r/sites/EXTERNALTZP-OVEOIntlCostelloworkstreams/_layouts/15/Doc2.aspx?action=edit&amp;sourcedoc=%7Bbe06faa9-b3dd-4d47-8633-b05b8e200c87%7D&amp;wdOrigin=TEAMS-MAGLEV.teamsSdk_ns.rwc&amp;wdExp=TEAMS-TREATMENT&amp;wdhostclicktime=1768816574300&amp;web=1</a:t>
            </a:r>
          </a:p>
          <a:p>
            <a:pPr marL="342900" indent="-342900">
              <a:buFont typeface="+mj-lt"/>
              <a:buAutoNum type="arabicPeriod"/>
            </a:pPr>
            <a:r>
              <a:rPr lang="en-US" sz="1800" kern="1200" dirty="0">
                <a:solidFill>
                  <a:srgbClr val="000000"/>
                </a:solidFill>
                <a:latin typeface="Times New Roman" panose="02020603050405020304" pitchFamily="18" charset="0"/>
              </a:rPr>
              <a:t>TZP in Moderate to Severe OSA: https://collab.lilly.com/:w:/r/sites/OSALillyCleverAccess/_layouts/15/Doc2.aspx?action=edit&amp;sourcedoc=%7B7c775d04-592d-4b99-bedb-8da8b64db030%7D&amp;wdOrigin=TEAMS-MAGLEV.teamsSdk_ns.rwc&amp;wdExp=TEAMS-TREATMENT&amp;wdhostclicktime=1768811968883&amp;web=1</a:t>
            </a:r>
            <a:endParaRPr lang="en-US" sz="1800" b="0" i="0" u="none" strike="noStrike" kern="1200" baseline="0" dirty="0">
              <a:solidFill>
                <a:srgbClr val="000000"/>
              </a:solidFill>
              <a:latin typeface="Times New Roman" panose="02020603050405020304" pitchFamily="18" charset="0"/>
            </a:endParaRPr>
          </a:p>
          <a:p>
            <a:pPr marL="342900" indent="-342900" rtl="0">
              <a:buFont typeface="+mj-lt"/>
              <a:buAutoNum type="arabicPeriod"/>
            </a:pPr>
            <a:endParaRPr lang="pt-BR" sz="1800" b="0" i="0" u="none" strike="noStrike" kern="1200" baseline="0" dirty="0">
              <a:solidFill>
                <a:srgbClr val="000000"/>
              </a:solidFill>
              <a:latin typeface="Arial" panose="020B0604020202020204" pitchFamily="34" charset="0"/>
            </a:endParaRPr>
          </a:p>
          <a:p>
            <a:pPr rtl="0"/>
            <a:endParaRPr lang="pt-BR" sz="1800" b="0" i="0" u="none" strike="noStrike" kern="1200" baseline="0" dirty="0">
              <a:solidFill>
                <a:srgbClr val="000000"/>
              </a:solidFill>
              <a:latin typeface="Arial" panose="020B0604020202020204" pitchFamily="34" charset="0"/>
            </a:endParaRPr>
          </a:p>
        </p:txBody>
      </p:sp>
    </p:spTree>
    <p:extLst>
      <p:ext uri="{BB962C8B-B14F-4D97-AF65-F5344CB8AC3E}">
        <p14:creationId xmlns:p14="http://schemas.microsoft.com/office/powerpoint/2010/main" val="91899079"/>
      </p:ext>
    </p:extLst>
  </p:cSld>
  <p:clrMapOvr>
    <a:masterClrMapping/>
  </p:clrMapOvr>
</p:sld>
</file>

<file path=ppt/theme/theme1.xml><?xml version="1.0" encoding="utf-8"?>
<a:theme xmlns:a="http://schemas.openxmlformats.org/drawingml/2006/main" name="Lilly Brand Font Theme">
  <a:themeElements>
    <a:clrScheme name="Lilly PPT 2024">
      <a:dk1>
        <a:srgbClr val="212121"/>
      </a:dk1>
      <a:lt1>
        <a:srgbClr val="FFFFFF"/>
      </a:lt1>
      <a:dk2>
        <a:srgbClr val="511207"/>
      </a:dk2>
      <a:lt2>
        <a:srgbClr val="FBCFC8"/>
      </a:lt2>
      <a:accent1>
        <a:srgbClr val="E1251B"/>
      </a:accent1>
      <a:accent2>
        <a:srgbClr val="0F3A85"/>
      </a:accent2>
      <a:accent3>
        <a:srgbClr val="99BFE5"/>
      </a:accent3>
      <a:accent4>
        <a:srgbClr val="144B2D"/>
      </a:accent4>
      <a:accent5>
        <a:srgbClr val="FFC709"/>
      </a:accent5>
      <a:accent6>
        <a:srgbClr val="F58E7D"/>
      </a:accent6>
      <a:hlink>
        <a:srgbClr val="FF0000"/>
      </a:hlink>
      <a:folHlink>
        <a:srgbClr val="E1251B"/>
      </a:folHlink>
    </a:clrScheme>
    <a:fontScheme name="Lilly PPT System Font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0000"/>
          </a:lnSpc>
          <a:defRPr sz="1600" dirty="0">
            <a:solidFill>
              <a:schemeClr val="bg1"/>
            </a:solidFill>
            <a:latin typeface="Ringside Book" panose="02000500000000000000" pitchFamily="2"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90000"/>
          </a:lnSpc>
          <a:defRPr sz="1800" dirty="0">
            <a:latin typeface="+mn-lt"/>
          </a:defRPr>
        </a:defPPr>
      </a:lstStyle>
    </a:txDef>
  </a:objectDefaults>
  <a:extraClrSchemeLst/>
  <a:extLst>
    <a:ext uri="{05A4C25C-085E-4340-85A3-A5531E510DB2}">
      <thm15:themeFamily xmlns:thm15="http://schemas.microsoft.com/office/thememl/2012/main" name="Lilly_PPT_SystemFonts_Template-022724" id="{645B461A-F101-4A4D-8D59-763A9B86823E}" vid="{F37AA41D-4FF5-4DC6-97D8-556F63C84EF5}"/>
    </a:ext>
  </a:extLst>
</a:theme>
</file>

<file path=ppt/theme/theme2.xml><?xml version="1.0" encoding="utf-8"?>
<a:theme xmlns:a="http://schemas.openxmlformats.org/drawingml/2006/main" name="1_Lilly Brand Font Theme">
  <a:themeElements>
    <a:clrScheme name="Lilly 2024 PPT">
      <a:dk1>
        <a:srgbClr val="212121"/>
      </a:dk1>
      <a:lt1>
        <a:srgbClr val="FFFFFF"/>
      </a:lt1>
      <a:dk2>
        <a:srgbClr val="511207"/>
      </a:dk2>
      <a:lt2>
        <a:srgbClr val="FBCFC8"/>
      </a:lt2>
      <a:accent1>
        <a:srgbClr val="E1241B"/>
      </a:accent1>
      <a:accent2>
        <a:srgbClr val="0F3A85"/>
      </a:accent2>
      <a:accent3>
        <a:srgbClr val="99BFE5"/>
      </a:accent3>
      <a:accent4>
        <a:srgbClr val="144B2D"/>
      </a:accent4>
      <a:accent5>
        <a:srgbClr val="FFC709"/>
      </a:accent5>
      <a:accent6>
        <a:srgbClr val="F58E7D"/>
      </a:accent6>
      <a:hlink>
        <a:srgbClr val="E1251B"/>
      </a:hlink>
      <a:folHlink>
        <a:srgbClr val="E1251B"/>
      </a:folHlink>
    </a:clrScheme>
    <a:fontScheme name="Lilly PPT System Font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80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90000"/>
          </a:lnSpc>
          <a:defRPr sz="1800" dirty="0">
            <a:latin typeface="+mn-lt"/>
          </a:defRPr>
        </a:defPPr>
      </a:lstStyle>
    </a:txDef>
  </a:objectDefaults>
  <a:extraClrSchemeLst/>
  <a:extLst>
    <a:ext uri="{05A4C25C-085E-4340-85A3-A5531E510DB2}">
      <thm15:themeFamily xmlns:thm15="http://schemas.microsoft.com/office/thememl/2012/main" name="Lilly_PPT_SystemFonts_Template-022724" id="{645B461A-F101-4A4D-8D59-763A9B86823E}" vid="{3D244071-8623-4C73-AAE3-1352CFAAE693}"/>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3153C137F671642BD32FFF41F656320" ma:contentTypeVersion="3" ma:contentTypeDescription="Create a new document." ma:contentTypeScope="" ma:versionID="6d96d10732edadccd7aa4b15b8d0655c">
  <xsd:schema xmlns:xsd="http://www.w3.org/2001/XMLSchema" xmlns:xs="http://www.w3.org/2001/XMLSchema" xmlns:p="http://schemas.microsoft.com/office/2006/metadata/properties" xmlns:ns2="ce072cbc-c62d-41be-ad91-61f37c6fb97c" targetNamespace="http://schemas.microsoft.com/office/2006/metadata/properties" ma:root="true" ma:fieldsID="fc20f0a88e29d7c0f2abe5e724a5c6a0" ns2:_="">
    <xsd:import namespace="ce072cbc-c62d-41be-ad91-61f37c6fb97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072cbc-c62d-41be-ad91-61f37c6fb9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1049E73-9C14-43F9-B2F0-5E58DDB890CD}">
  <ds:schemaRefs>
    <ds:schemaRef ds:uri="http://schemas.microsoft.com/sharepoint/v3/contenttype/forms"/>
  </ds:schemaRefs>
</ds:datastoreItem>
</file>

<file path=customXml/itemProps2.xml><?xml version="1.0" encoding="utf-8"?>
<ds:datastoreItem xmlns:ds="http://schemas.openxmlformats.org/officeDocument/2006/customXml" ds:itemID="{3DC0B3BC-5F13-41A2-AD49-1E92AA793065}">
  <ds:schemaRefs>
    <ds:schemaRef ds:uri="ce072cbc-c62d-41be-ad91-61f37c6fb97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F64C07-3D02-4A30-8A6F-79ECDC17A9A4}">
  <ds:schemaRefs>
    <ds:schemaRef ds:uri="http://purl.org/dc/dcmitype/"/>
    <ds:schemaRef ds:uri="ce072cbc-c62d-41be-ad91-61f37c6fb97c"/>
    <ds:schemaRef ds:uri="http://schemas.openxmlformats.org/package/2006/metadata/core-properties"/>
    <ds:schemaRef ds:uri="http://www.w3.org/XML/1998/namespace"/>
    <ds:schemaRef ds:uri="http://schemas.microsoft.com/office/2006/documentManagement/types"/>
    <ds:schemaRef ds:uri="http://purl.org/dc/elements/1.1/"/>
    <ds:schemaRef ds:uri="http://schemas.microsoft.com/office/infopath/2007/PartnerControl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1113</TotalTime>
  <Words>1845</Words>
  <Application>Microsoft Office PowerPoint</Application>
  <PresentationFormat>Widescreen</PresentationFormat>
  <Paragraphs>195</Paragraphs>
  <Slides>24</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24</vt:i4>
      </vt:variant>
    </vt:vector>
  </HeadingPairs>
  <TitlesOfParts>
    <vt:vector size="33" baseType="lpstr">
      <vt:lpstr>TimesNewRomanPSMT</vt:lpstr>
      <vt:lpstr>Times New Roman</vt:lpstr>
      <vt:lpstr>Arial Black</vt:lpstr>
      <vt:lpstr>Ringside Book</vt:lpstr>
      <vt:lpstr>Aptos</vt:lpstr>
      <vt:lpstr>Arial</vt:lpstr>
      <vt:lpstr>Lilly Brand Font Theme</vt:lpstr>
      <vt:lpstr>1_Lilly Brand Font Theme</vt:lpstr>
      <vt:lpstr>Custom Design</vt:lpstr>
      <vt:lpstr>Application of multinomial models on OSA study</vt:lpstr>
      <vt:lpstr>Agenda</vt:lpstr>
      <vt:lpstr>OSA study overview</vt:lpstr>
      <vt:lpstr>OSA studies</vt:lpstr>
      <vt:lpstr>Tirzepatide</vt:lpstr>
      <vt:lpstr>AHI (Apnea-Hypopnea Index)</vt:lpstr>
      <vt:lpstr>Problematics</vt:lpstr>
      <vt:lpstr>Problematics</vt:lpstr>
      <vt:lpstr>Case #1  explore BMI/ OSA severity  relationship using R quarto</vt:lpstr>
      <vt:lpstr>Model Building – case 1</vt:lpstr>
      <vt:lpstr>Multinomial Model</vt:lpstr>
      <vt:lpstr>Case #2  multinomial models with  repeated measures</vt:lpstr>
      <vt:lpstr>Model Building</vt:lpstr>
      <vt:lpstr>Theoretical Model</vt:lpstr>
      <vt:lpstr>Conclusion and discussion</vt:lpstr>
      <vt:lpstr>Conclusion and discussion</vt:lpstr>
      <vt:lpstr>PowerPoint Presentation</vt:lpstr>
      <vt:lpstr>Backup</vt:lpstr>
      <vt:lpstr>R code – case 1</vt:lpstr>
      <vt:lpstr>Regression coefficients – case 1</vt:lpstr>
      <vt:lpstr>Prediction performance– case 1</vt:lpstr>
      <vt:lpstr>SAS code – case 2</vt:lpstr>
      <vt:lpstr>output– case 2</vt:lpstr>
      <vt:lpstr>Ref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Vicki Liu</dc:creator>
  <cp:lastModifiedBy>Emmanuel BOURMAUD</cp:lastModifiedBy>
  <cp:revision>54</cp:revision>
  <dcterms:created xsi:type="dcterms:W3CDTF">2024-02-13T03:36:24Z</dcterms:created>
  <dcterms:modified xsi:type="dcterms:W3CDTF">2026-01-27T15:24:32Z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0x010100E3153C137F671642BD32FFF41F656320</vt:lpwstr>
  </property>
</Properties>
</file>